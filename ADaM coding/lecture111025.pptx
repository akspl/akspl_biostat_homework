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0" r:id="rId1"/>
    <p:sldMasterId id="2147483696" r:id="rId2"/>
  </p:sldMasterIdLst>
  <p:notesMasterIdLst>
    <p:notesMasterId r:id="rId23"/>
  </p:notesMasterIdLst>
  <p:handoutMasterIdLst>
    <p:handoutMasterId r:id="rId24"/>
  </p:handoutMasterIdLst>
  <p:sldIdLst>
    <p:sldId id="398" r:id="rId3"/>
    <p:sldId id="402" r:id="rId4"/>
    <p:sldId id="406" r:id="rId5"/>
    <p:sldId id="407" r:id="rId6"/>
    <p:sldId id="403" r:id="rId7"/>
    <p:sldId id="404" r:id="rId8"/>
    <p:sldId id="413" r:id="rId9"/>
    <p:sldId id="415" r:id="rId10"/>
    <p:sldId id="405" r:id="rId11"/>
    <p:sldId id="369" r:id="rId12"/>
    <p:sldId id="408" r:id="rId13"/>
    <p:sldId id="396" r:id="rId14"/>
    <p:sldId id="409" r:id="rId15"/>
    <p:sldId id="410" r:id="rId16"/>
    <p:sldId id="411" r:id="rId17"/>
    <p:sldId id="412" r:id="rId18"/>
    <p:sldId id="416" r:id="rId19"/>
    <p:sldId id="387" r:id="rId20"/>
    <p:sldId id="392" r:id="rId21"/>
    <p:sldId id="382" r:id="rId22"/>
  </p:sldIdLst>
  <p:sldSz cx="12192000" cy="6858000"/>
  <p:notesSz cx="6858000" cy="9144000"/>
  <p:embeddedFontLst>
    <p:embeddedFont>
      <p:font typeface="Biocad Display" panose="020B0604020202020204" charset="0"/>
      <p:regular r:id="rId25"/>
      <p:bold r:id="rId26"/>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Светлый стиль 2 — акцент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4660"/>
  </p:normalViewPr>
  <p:slideViewPr>
    <p:cSldViewPr snapToGrid="0">
      <p:cViewPr varScale="1">
        <p:scale>
          <a:sx n="121" d="100"/>
          <a:sy n="121" d="100"/>
        </p:scale>
        <p:origin x="523" y="91"/>
      </p:cViewPr>
      <p:guideLst/>
    </p:cSldViewPr>
  </p:slideViewPr>
  <p:notesTextViewPr>
    <p:cViewPr>
      <p:scale>
        <a:sx n="1" d="1"/>
        <a:sy n="1" d="1"/>
      </p:scale>
      <p:origin x="0" y="0"/>
    </p:cViewPr>
  </p:notesTextViewPr>
  <p:notesViewPr>
    <p:cSldViewPr snapToGrid="0">
      <p:cViewPr varScale="1">
        <p:scale>
          <a:sx n="62" d="100"/>
          <a:sy n="62" d="100"/>
        </p:scale>
        <p:origin x="3154" y="72"/>
      </p:cViewPr>
      <p:guideLst/>
    </p:cSldViewPr>
  </p:notesViewPr>
  <p:gridSpacing cx="360000" cy="360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C2AADD5B-F573-4B56-8B3B-15A80D5BAB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EB684377-5B60-4F4C-960F-D6C58266CD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8032F9-82BD-428E-BD5C-3D96FAAED6DB}" type="datetimeFigureOut">
              <a:rPr lang="ru-RU" smtClean="0"/>
              <a:t>13.10.2025</a:t>
            </a:fld>
            <a:endParaRPr lang="ru-RU"/>
          </a:p>
        </p:txBody>
      </p:sp>
      <p:sp>
        <p:nvSpPr>
          <p:cNvPr id="4" name="Нижний колонтитул 3">
            <a:extLst>
              <a:ext uri="{FF2B5EF4-FFF2-40B4-BE49-F238E27FC236}">
                <a16:creationId xmlns:a16="http://schemas.microsoft.com/office/drawing/2014/main" id="{F7F8EF93-326C-423B-AB60-52790D1C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15B659C3-461D-4CFF-9179-C49525C0136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27CDD22-82AA-495D-9146-CAF013D25DA8}" type="slidenum">
              <a:rPr lang="ru-RU" smtClean="0"/>
              <a:t>‹#›</a:t>
            </a:fld>
            <a:endParaRPr lang="ru-RU"/>
          </a:p>
        </p:txBody>
      </p:sp>
    </p:spTree>
    <p:extLst>
      <p:ext uri="{BB962C8B-B14F-4D97-AF65-F5344CB8AC3E}">
        <p14:creationId xmlns:p14="http://schemas.microsoft.com/office/powerpoint/2010/main" val="15396779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334C8-E508-4D29-9C07-C699AE626A3C}" type="datetimeFigureOut">
              <a:rPr lang="ru-RU" smtClean="0"/>
              <a:t>13.10.2025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563CA-3411-4A69-9DE4-056026E3950E}" type="slidenum">
              <a:rPr lang="ru-RU" smtClean="0"/>
              <a:t>‹#›</a:t>
            </a:fld>
            <a:endParaRPr lang="ru-RU"/>
          </a:p>
        </p:txBody>
      </p:sp>
    </p:spTree>
    <p:extLst>
      <p:ext uri="{BB962C8B-B14F-4D97-AF65-F5344CB8AC3E}">
        <p14:creationId xmlns:p14="http://schemas.microsoft.com/office/powerpoint/2010/main" val="2499231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1520788"/>
            <a:ext cx="8584803" cy="4787936"/>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8584803" cy="899504"/>
          </a:xfrm>
        </p:spPr>
        <p:txBody>
          <a:bodyPr>
            <a:normAutofit/>
          </a:bodyPr>
          <a:lstStyle>
            <a:lvl1pPr>
              <a:defRPr sz="2400"/>
            </a:lvl1pPr>
          </a:lstStyle>
          <a:p>
            <a:r>
              <a:rPr lang="ru-RU" dirty="0"/>
              <a:t>Образец заголовка</a:t>
            </a:r>
          </a:p>
        </p:txBody>
      </p:sp>
    </p:spTree>
    <p:extLst>
      <p:ext uri="{BB962C8B-B14F-4D97-AF65-F5344CB8AC3E}">
        <p14:creationId xmlns:p14="http://schemas.microsoft.com/office/powerpoint/2010/main" val="21334323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7980218" y="1520789"/>
            <a:ext cx="3156342" cy="4787936"/>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38818" cy="899504"/>
          </a:xfrm>
        </p:spPr>
        <p:txBody>
          <a:bodyPr>
            <a:normAutofit/>
          </a:bodyPr>
          <a:lstStyle>
            <a:lvl1pPr>
              <a:defRPr sz="2400"/>
            </a:lvl1pPr>
          </a:lstStyle>
          <a:p>
            <a:r>
              <a:rPr lang="ru-RU" dirty="0"/>
              <a:t>Образец заголовка</a:t>
            </a:r>
          </a:p>
        </p:txBody>
      </p:sp>
      <p:sp>
        <p:nvSpPr>
          <p:cNvPr id="6" name="Объект 2">
            <a:extLst>
              <a:ext uri="{FF2B5EF4-FFF2-40B4-BE49-F238E27FC236}">
                <a16:creationId xmlns:a16="http://schemas.microsoft.com/office/drawing/2014/main" id="{71D1B185-DDED-4417-8BAF-7337022185CC}"/>
              </a:ext>
            </a:extLst>
          </p:cNvPr>
          <p:cNvSpPr>
            <a:spLocks noGrp="1"/>
          </p:cNvSpPr>
          <p:nvPr>
            <p:ph idx="10"/>
          </p:nvPr>
        </p:nvSpPr>
        <p:spPr>
          <a:xfrm>
            <a:off x="697742" y="1520789"/>
            <a:ext cx="7198483" cy="4392487"/>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7" name="Объект 2">
            <a:extLst>
              <a:ext uri="{FF2B5EF4-FFF2-40B4-BE49-F238E27FC236}">
                <a16:creationId xmlns:a16="http://schemas.microsoft.com/office/drawing/2014/main" id="{F3A6B66D-FF5D-457D-9381-6EE2BC385357}"/>
              </a:ext>
            </a:extLst>
          </p:cNvPr>
          <p:cNvSpPr>
            <a:spLocks noGrp="1"/>
          </p:cNvSpPr>
          <p:nvPr>
            <p:ph idx="11" hasCustomPrompt="1"/>
          </p:nvPr>
        </p:nvSpPr>
        <p:spPr>
          <a:xfrm>
            <a:off x="695324" y="5995748"/>
            <a:ext cx="7198483" cy="312999"/>
          </a:xfrm>
        </p:spPr>
        <p:txBody>
          <a:bodyPr anchor="b">
            <a:normAutofit/>
          </a:bodyPr>
          <a:lstStyle>
            <a:lvl1pPr marL="0" indent="0">
              <a:lnSpc>
                <a:spcPct val="100000"/>
              </a:lnSpc>
              <a:spcBef>
                <a:spcPts val="0"/>
              </a:spcBef>
              <a:spcAft>
                <a:spcPts val="1200"/>
              </a:spcAft>
              <a:buNone/>
              <a:defRPr lang="ru-RU" sz="1000" kern="1200" dirty="0" smtClean="0">
                <a:solidFill>
                  <a:schemeClr val="bg1">
                    <a:lumMod val="65000"/>
                  </a:schemeClr>
                </a:solidFill>
                <a:latin typeface="+mn-lt"/>
                <a:ea typeface="+mn-ea"/>
                <a:cs typeface="+mn-cs"/>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Сноска</a:t>
            </a:r>
          </a:p>
        </p:txBody>
      </p:sp>
    </p:spTree>
    <p:extLst>
      <p:ext uri="{BB962C8B-B14F-4D97-AF65-F5344CB8AC3E}">
        <p14:creationId xmlns:p14="http://schemas.microsoft.com/office/powerpoint/2010/main" val="1284805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1520788"/>
            <a:ext cx="10440000" cy="4392488"/>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
        <p:nvSpPr>
          <p:cNvPr id="6" name="Объект 2">
            <a:extLst>
              <a:ext uri="{FF2B5EF4-FFF2-40B4-BE49-F238E27FC236}">
                <a16:creationId xmlns:a16="http://schemas.microsoft.com/office/drawing/2014/main" id="{6C54E4D7-6B3E-4E42-A56C-5335E44E5060}"/>
              </a:ext>
            </a:extLst>
          </p:cNvPr>
          <p:cNvSpPr>
            <a:spLocks noGrp="1"/>
          </p:cNvSpPr>
          <p:nvPr>
            <p:ph idx="10" hasCustomPrompt="1"/>
          </p:nvPr>
        </p:nvSpPr>
        <p:spPr>
          <a:xfrm>
            <a:off x="695324" y="5995748"/>
            <a:ext cx="10440000" cy="312999"/>
          </a:xfrm>
        </p:spPr>
        <p:txBody>
          <a:bodyPr vert="horz" lIns="91440" tIns="45720" rIns="91440" bIns="45720" rtlCol="0" anchor="b">
            <a:normAutofit/>
          </a:bodyPr>
          <a:lstStyle>
            <a:lvl1pPr>
              <a:defRPr lang="ru-RU" sz="1000" dirty="0">
                <a:solidFill>
                  <a:schemeClr val="bg1">
                    <a:lumMod val="65000"/>
                  </a:schemeClr>
                </a:solidFill>
              </a:defRPr>
            </a:lvl1pPr>
          </a:lstStyle>
          <a:p>
            <a:pPr marL="0" lvl="0" indent="0">
              <a:lnSpc>
                <a:spcPct val="100000"/>
              </a:lnSpc>
              <a:spcBef>
                <a:spcPts val="0"/>
              </a:spcBef>
              <a:spcAft>
                <a:spcPts val="1200"/>
              </a:spcAft>
              <a:buNone/>
            </a:pPr>
            <a:r>
              <a:rPr lang="ru-RU" dirty="0"/>
              <a:t>Сноска</a:t>
            </a:r>
          </a:p>
        </p:txBody>
      </p:sp>
    </p:spTree>
    <p:extLst>
      <p:ext uri="{BB962C8B-B14F-4D97-AF65-F5344CB8AC3E}">
        <p14:creationId xmlns:p14="http://schemas.microsoft.com/office/powerpoint/2010/main" val="80292651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1" y="1520788"/>
            <a:ext cx="7200000" cy="4392488"/>
          </a:xfrm>
        </p:spPr>
        <p:txBody>
          <a:bodyPr>
            <a:normAutofit/>
          </a:bodyPr>
          <a:lstStyle>
            <a:lvl1pPr marL="0" indent="0">
              <a:lnSpc>
                <a:spcPct val="100000"/>
              </a:lnSpc>
              <a:spcBef>
                <a:spcPts val="0"/>
              </a:spcBef>
              <a:spcAft>
                <a:spcPts val="1200"/>
              </a:spcAft>
              <a:buNone/>
              <a:defRPr sz="3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1600" b="0">
                <a:solidFill>
                  <a:schemeClr val="accent2"/>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6C54E4D7-6B3E-4E42-A56C-5335E44E5060}"/>
              </a:ext>
            </a:extLst>
          </p:cNvPr>
          <p:cNvSpPr>
            <a:spLocks noGrp="1"/>
          </p:cNvSpPr>
          <p:nvPr>
            <p:ph idx="10" hasCustomPrompt="1"/>
          </p:nvPr>
        </p:nvSpPr>
        <p:spPr>
          <a:xfrm>
            <a:off x="695324" y="5995748"/>
            <a:ext cx="10440000" cy="312999"/>
          </a:xfrm>
        </p:spPr>
        <p:txBody>
          <a:bodyPr vert="horz" lIns="91440" tIns="45720" rIns="91440" bIns="45720" rtlCol="0" anchor="b">
            <a:normAutofit/>
          </a:bodyPr>
          <a:lstStyle>
            <a:lvl1pPr>
              <a:defRPr lang="ru-RU" sz="1000" dirty="0">
                <a:solidFill>
                  <a:schemeClr val="bg1">
                    <a:lumMod val="65000"/>
                  </a:schemeClr>
                </a:solidFill>
              </a:defRPr>
            </a:lvl1pPr>
          </a:lstStyle>
          <a:p>
            <a:pPr marL="0" lvl="0" indent="0">
              <a:lnSpc>
                <a:spcPct val="100000"/>
              </a:lnSpc>
              <a:spcBef>
                <a:spcPts val="0"/>
              </a:spcBef>
              <a:spcAft>
                <a:spcPts val="1200"/>
              </a:spcAft>
              <a:buNone/>
            </a:pPr>
            <a:r>
              <a:rPr lang="ru-RU" dirty="0"/>
              <a:t>Сноска</a:t>
            </a:r>
          </a:p>
        </p:txBody>
      </p:sp>
      <p:sp>
        <p:nvSpPr>
          <p:cNvPr id="5" name="Объект 2">
            <a:extLst>
              <a:ext uri="{FF2B5EF4-FFF2-40B4-BE49-F238E27FC236}">
                <a16:creationId xmlns:a16="http://schemas.microsoft.com/office/drawing/2014/main" id="{712305F1-751A-4229-91DE-FDFD5C1FA177}"/>
              </a:ext>
            </a:extLst>
          </p:cNvPr>
          <p:cNvSpPr>
            <a:spLocks noGrp="1"/>
          </p:cNvSpPr>
          <p:nvPr>
            <p:ph idx="11"/>
          </p:nvPr>
        </p:nvSpPr>
        <p:spPr>
          <a:xfrm>
            <a:off x="7980218" y="1520789"/>
            <a:ext cx="3156342" cy="4392487"/>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9310132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Заголовок и объект">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448617B4-74B9-4D09-BF77-6E5E78ED3398}"/>
              </a:ext>
            </a:extLst>
          </p:cNvPr>
          <p:cNvSpPr/>
          <p:nvPr userDrawn="1"/>
        </p:nvSpPr>
        <p:spPr>
          <a:xfrm>
            <a:off x="-1" y="0"/>
            <a:ext cx="7896225" cy="6858000"/>
          </a:xfrm>
          <a:prstGeom prst="rect">
            <a:avLst/>
          </a:pr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2992582"/>
            <a:ext cx="6913022" cy="2920694"/>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6913022" cy="2332469"/>
          </a:xfrm>
        </p:spPr>
        <p:txBody>
          <a:bodyPr>
            <a:normAutofit/>
          </a:bodyPr>
          <a:lstStyle>
            <a:lvl1pPr>
              <a:defRPr sz="3600" b="0"/>
            </a:lvl1pPr>
          </a:lstStyle>
          <a:p>
            <a:r>
              <a:rPr lang="ru-RU" dirty="0"/>
              <a:t>Образец заголовка</a:t>
            </a:r>
          </a:p>
        </p:txBody>
      </p:sp>
      <p:sp>
        <p:nvSpPr>
          <p:cNvPr id="6" name="Объект 2">
            <a:extLst>
              <a:ext uri="{FF2B5EF4-FFF2-40B4-BE49-F238E27FC236}">
                <a16:creationId xmlns:a16="http://schemas.microsoft.com/office/drawing/2014/main" id="{6C54E4D7-6B3E-4E42-A56C-5335E44E5060}"/>
              </a:ext>
            </a:extLst>
          </p:cNvPr>
          <p:cNvSpPr>
            <a:spLocks noGrp="1"/>
          </p:cNvSpPr>
          <p:nvPr>
            <p:ph idx="10" hasCustomPrompt="1"/>
          </p:nvPr>
        </p:nvSpPr>
        <p:spPr>
          <a:xfrm>
            <a:off x="695324" y="5995748"/>
            <a:ext cx="6913022" cy="312999"/>
          </a:xfrm>
        </p:spPr>
        <p:txBody>
          <a:bodyPr vert="horz" lIns="91440" tIns="45720" rIns="91440" bIns="45720" rtlCol="0" anchor="b">
            <a:normAutofit/>
          </a:bodyPr>
          <a:lstStyle>
            <a:lvl1pPr>
              <a:defRPr lang="ru-RU" sz="1000" dirty="0">
                <a:solidFill>
                  <a:schemeClr val="bg1">
                    <a:lumMod val="65000"/>
                  </a:schemeClr>
                </a:solidFill>
              </a:defRPr>
            </a:lvl1pPr>
          </a:lstStyle>
          <a:p>
            <a:pPr marL="0" lvl="0" indent="0">
              <a:lnSpc>
                <a:spcPct val="100000"/>
              </a:lnSpc>
              <a:spcBef>
                <a:spcPts val="0"/>
              </a:spcBef>
              <a:spcAft>
                <a:spcPts val="1200"/>
              </a:spcAft>
              <a:buNone/>
            </a:pPr>
            <a:r>
              <a:rPr lang="ru-RU" dirty="0"/>
              <a:t>Сноска</a:t>
            </a:r>
          </a:p>
        </p:txBody>
      </p:sp>
      <p:sp>
        <p:nvSpPr>
          <p:cNvPr id="5" name="Рисунок 2">
            <a:extLst>
              <a:ext uri="{FF2B5EF4-FFF2-40B4-BE49-F238E27FC236}">
                <a16:creationId xmlns:a16="http://schemas.microsoft.com/office/drawing/2014/main" id="{31D80110-8F6F-4C07-A9B8-CAE3F15D18E5}"/>
              </a:ext>
            </a:extLst>
          </p:cNvPr>
          <p:cNvSpPr>
            <a:spLocks noGrp="1"/>
          </p:cNvSpPr>
          <p:nvPr>
            <p:ph type="pic" sz="quarter" idx="11"/>
          </p:nvPr>
        </p:nvSpPr>
        <p:spPr>
          <a:xfrm>
            <a:off x="7896225" y="0"/>
            <a:ext cx="4295775" cy="6867236"/>
          </a:xfrm>
        </p:spPr>
        <p:txBody>
          <a:bodyPr>
            <a:normAutofit/>
          </a:bodyPr>
          <a:lstStyle>
            <a:lvl1pPr marL="0" indent="0">
              <a:buNone/>
              <a:defRPr sz="1800"/>
            </a:lvl1pPr>
          </a:lstStyle>
          <a:p>
            <a:endParaRPr lang="ru-RU" dirty="0"/>
          </a:p>
        </p:txBody>
      </p:sp>
    </p:spTree>
    <p:extLst>
      <p:ext uri="{BB962C8B-B14F-4D97-AF65-F5344CB8AC3E}">
        <p14:creationId xmlns:p14="http://schemas.microsoft.com/office/powerpoint/2010/main" val="38178496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Заголовок и объект">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4286062" y="549276"/>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704790" y="549274"/>
            <a:ext cx="2520000" cy="2051633"/>
          </a:xfrm>
        </p:spPr>
        <p:txBody>
          <a:bodyPr>
            <a:normAutofit/>
          </a:bodyPr>
          <a:lstStyle>
            <a:lvl1pPr algn="l">
              <a:defRPr sz="3200" b="0">
                <a:solidFill>
                  <a:schemeClr val="bg2"/>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6060E7AB-743F-4B07-879C-A68266567AFE}"/>
              </a:ext>
            </a:extLst>
          </p:cNvPr>
          <p:cNvSpPr>
            <a:spLocks noGrp="1"/>
          </p:cNvSpPr>
          <p:nvPr>
            <p:ph idx="10"/>
          </p:nvPr>
        </p:nvSpPr>
        <p:spPr>
          <a:xfrm>
            <a:off x="6816155"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7" name="Объект 2">
            <a:extLst>
              <a:ext uri="{FF2B5EF4-FFF2-40B4-BE49-F238E27FC236}">
                <a16:creationId xmlns:a16="http://schemas.microsoft.com/office/drawing/2014/main" id="{58D52B44-4C51-422B-8BDE-B78AA7E7CA02}"/>
              </a:ext>
            </a:extLst>
          </p:cNvPr>
          <p:cNvSpPr>
            <a:spLocks noGrp="1"/>
          </p:cNvSpPr>
          <p:nvPr>
            <p:ph idx="11"/>
          </p:nvPr>
        </p:nvSpPr>
        <p:spPr>
          <a:xfrm>
            <a:off x="9326622"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Объект 2">
            <a:extLst>
              <a:ext uri="{FF2B5EF4-FFF2-40B4-BE49-F238E27FC236}">
                <a16:creationId xmlns:a16="http://schemas.microsoft.com/office/drawing/2014/main" id="{18A84FDC-1690-4CBE-805C-F98B2A9FA18F}"/>
              </a:ext>
            </a:extLst>
          </p:cNvPr>
          <p:cNvSpPr>
            <a:spLocks noGrp="1"/>
          </p:cNvSpPr>
          <p:nvPr>
            <p:ph idx="12"/>
          </p:nvPr>
        </p:nvSpPr>
        <p:spPr>
          <a:xfrm>
            <a:off x="4286062" y="1052737"/>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9" name="Объект 2">
            <a:extLst>
              <a:ext uri="{FF2B5EF4-FFF2-40B4-BE49-F238E27FC236}">
                <a16:creationId xmlns:a16="http://schemas.microsoft.com/office/drawing/2014/main" id="{B1A7D7DC-8A16-4D51-AC1E-E42F8373BC43}"/>
              </a:ext>
            </a:extLst>
          </p:cNvPr>
          <p:cNvSpPr>
            <a:spLocks noGrp="1"/>
          </p:cNvSpPr>
          <p:nvPr>
            <p:ph idx="13"/>
          </p:nvPr>
        </p:nvSpPr>
        <p:spPr>
          <a:xfrm>
            <a:off x="6816155"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1" name="Объект 2">
            <a:extLst>
              <a:ext uri="{FF2B5EF4-FFF2-40B4-BE49-F238E27FC236}">
                <a16:creationId xmlns:a16="http://schemas.microsoft.com/office/drawing/2014/main" id="{6208FD0D-CE77-492A-89A7-07AEF2B66BBB}"/>
              </a:ext>
            </a:extLst>
          </p:cNvPr>
          <p:cNvSpPr>
            <a:spLocks noGrp="1"/>
          </p:cNvSpPr>
          <p:nvPr>
            <p:ph idx="14"/>
          </p:nvPr>
        </p:nvSpPr>
        <p:spPr>
          <a:xfrm>
            <a:off x="9326622"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5" name="Прямоугольник 14">
            <a:extLst>
              <a:ext uri="{FF2B5EF4-FFF2-40B4-BE49-F238E27FC236}">
                <a16:creationId xmlns:a16="http://schemas.microsoft.com/office/drawing/2014/main" id="{4FD3F668-E062-41F9-8D48-81DFCD769B21}"/>
              </a:ext>
            </a:extLst>
          </p:cNvPr>
          <p:cNvSpPr/>
          <p:nvPr userDrawn="1"/>
        </p:nvSpPr>
        <p:spPr>
          <a:xfrm>
            <a:off x="4296569" y="425869"/>
            <a:ext cx="1439862" cy="5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8DC34AD8-FD8E-453C-B6E3-A76876ADA3A7}"/>
              </a:ext>
            </a:extLst>
          </p:cNvPr>
          <p:cNvSpPr/>
          <p:nvPr userDrawn="1"/>
        </p:nvSpPr>
        <p:spPr>
          <a:xfrm>
            <a:off x="6815926" y="425869"/>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01B8CCA2-0937-4FDB-BE50-4288AB29C7B5}"/>
              </a:ext>
            </a:extLst>
          </p:cNvPr>
          <p:cNvSpPr/>
          <p:nvPr userDrawn="1"/>
        </p:nvSpPr>
        <p:spPr>
          <a:xfrm>
            <a:off x="9336088" y="425869"/>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8001215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4301269" y="549275"/>
            <a:ext cx="7208993" cy="5759449"/>
          </a:xfrm>
        </p:spPr>
        <p:txBody>
          <a:bodyPr>
            <a:normAutofit/>
          </a:bodyPr>
          <a:lstStyle>
            <a:lvl1pPr marL="0" indent="0">
              <a:lnSpc>
                <a:spcPct val="100000"/>
              </a:lnSpc>
              <a:spcBef>
                <a:spcPts val="0"/>
              </a:spcBef>
              <a:spcAft>
                <a:spcPts val="1200"/>
              </a:spcAft>
              <a:buNone/>
              <a:defRPr sz="1600" b="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704790" y="549274"/>
            <a:ext cx="2520000" cy="2051633"/>
          </a:xfrm>
        </p:spPr>
        <p:txBody>
          <a:bodyPr>
            <a:normAutofit/>
          </a:bodyPr>
          <a:lstStyle>
            <a:lvl1pPr algn="l">
              <a:defRPr sz="3200" b="0">
                <a:solidFill>
                  <a:schemeClr val="bg2"/>
                </a:solidFill>
              </a:defRPr>
            </a:lvl1pPr>
          </a:lstStyle>
          <a:p>
            <a:r>
              <a:rPr lang="ru-RU" dirty="0"/>
              <a:t>Образец заголовка</a:t>
            </a:r>
          </a:p>
        </p:txBody>
      </p:sp>
    </p:spTree>
    <p:extLst>
      <p:ext uri="{BB962C8B-B14F-4D97-AF65-F5344CB8AC3E}">
        <p14:creationId xmlns:p14="http://schemas.microsoft.com/office/powerpoint/2010/main" val="232882732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Заголовок и объект">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4286062" y="549276"/>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704790" y="549274"/>
            <a:ext cx="2520000" cy="2051633"/>
          </a:xfrm>
        </p:spPr>
        <p:txBody>
          <a:bodyPr>
            <a:normAutofit/>
          </a:bodyPr>
          <a:lstStyle>
            <a:lvl1pPr algn="l">
              <a:defRPr sz="3200" b="0">
                <a:solidFill>
                  <a:schemeClr val="accent1"/>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6060E7AB-743F-4B07-879C-A68266567AFE}"/>
              </a:ext>
            </a:extLst>
          </p:cNvPr>
          <p:cNvSpPr>
            <a:spLocks noGrp="1"/>
          </p:cNvSpPr>
          <p:nvPr>
            <p:ph idx="10"/>
          </p:nvPr>
        </p:nvSpPr>
        <p:spPr>
          <a:xfrm>
            <a:off x="6816155"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7" name="Объект 2">
            <a:extLst>
              <a:ext uri="{FF2B5EF4-FFF2-40B4-BE49-F238E27FC236}">
                <a16:creationId xmlns:a16="http://schemas.microsoft.com/office/drawing/2014/main" id="{58D52B44-4C51-422B-8BDE-B78AA7E7CA02}"/>
              </a:ext>
            </a:extLst>
          </p:cNvPr>
          <p:cNvSpPr>
            <a:spLocks noGrp="1"/>
          </p:cNvSpPr>
          <p:nvPr>
            <p:ph idx="11"/>
          </p:nvPr>
        </p:nvSpPr>
        <p:spPr>
          <a:xfrm>
            <a:off x="9326622" y="549275"/>
            <a:ext cx="2160588" cy="431454"/>
          </a:xfrm>
        </p:spPr>
        <p:txBody>
          <a:bodyPr>
            <a:normAutofit/>
          </a:bodyPr>
          <a:lstStyle>
            <a:lvl1pPr marL="0" indent="0">
              <a:lnSpc>
                <a:spcPct val="100000"/>
              </a:lnSpc>
              <a:spcBef>
                <a:spcPts val="0"/>
              </a:spcBef>
              <a:spcAft>
                <a:spcPts val="1200"/>
              </a:spcAft>
              <a:buNone/>
              <a:defRPr sz="1800" b="1">
                <a:solidFill>
                  <a:schemeClr val="accent1"/>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Объект 2">
            <a:extLst>
              <a:ext uri="{FF2B5EF4-FFF2-40B4-BE49-F238E27FC236}">
                <a16:creationId xmlns:a16="http://schemas.microsoft.com/office/drawing/2014/main" id="{18A84FDC-1690-4CBE-805C-F98B2A9FA18F}"/>
              </a:ext>
            </a:extLst>
          </p:cNvPr>
          <p:cNvSpPr>
            <a:spLocks noGrp="1"/>
          </p:cNvSpPr>
          <p:nvPr>
            <p:ph idx="12"/>
          </p:nvPr>
        </p:nvSpPr>
        <p:spPr>
          <a:xfrm>
            <a:off x="4286062" y="1052737"/>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9" name="Объект 2">
            <a:extLst>
              <a:ext uri="{FF2B5EF4-FFF2-40B4-BE49-F238E27FC236}">
                <a16:creationId xmlns:a16="http://schemas.microsoft.com/office/drawing/2014/main" id="{B1A7D7DC-8A16-4D51-AC1E-E42F8373BC43}"/>
              </a:ext>
            </a:extLst>
          </p:cNvPr>
          <p:cNvSpPr>
            <a:spLocks noGrp="1"/>
          </p:cNvSpPr>
          <p:nvPr>
            <p:ph idx="13"/>
          </p:nvPr>
        </p:nvSpPr>
        <p:spPr>
          <a:xfrm>
            <a:off x="6816155"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1" name="Объект 2">
            <a:extLst>
              <a:ext uri="{FF2B5EF4-FFF2-40B4-BE49-F238E27FC236}">
                <a16:creationId xmlns:a16="http://schemas.microsoft.com/office/drawing/2014/main" id="{6208FD0D-CE77-492A-89A7-07AEF2B66BBB}"/>
              </a:ext>
            </a:extLst>
          </p:cNvPr>
          <p:cNvSpPr>
            <a:spLocks noGrp="1"/>
          </p:cNvSpPr>
          <p:nvPr>
            <p:ph idx="14"/>
          </p:nvPr>
        </p:nvSpPr>
        <p:spPr>
          <a:xfrm>
            <a:off x="9326622" y="1052736"/>
            <a:ext cx="2160588" cy="4536852"/>
          </a:xfrm>
        </p:spPr>
        <p:txBody>
          <a:bodyPr>
            <a:normAutofit/>
          </a:bodyPr>
          <a:lstStyle>
            <a:lvl1pPr marL="0" indent="0">
              <a:lnSpc>
                <a:spcPct val="100000"/>
              </a:lnSpc>
              <a:spcBef>
                <a:spcPts val="0"/>
              </a:spcBef>
              <a:spcAft>
                <a:spcPts val="1200"/>
              </a:spcAft>
              <a:buNone/>
              <a:defRPr sz="12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5" name="Прямоугольник 14">
            <a:extLst>
              <a:ext uri="{FF2B5EF4-FFF2-40B4-BE49-F238E27FC236}">
                <a16:creationId xmlns:a16="http://schemas.microsoft.com/office/drawing/2014/main" id="{4FD3F668-E062-41F9-8D48-81DFCD769B21}"/>
              </a:ext>
            </a:extLst>
          </p:cNvPr>
          <p:cNvSpPr/>
          <p:nvPr userDrawn="1"/>
        </p:nvSpPr>
        <p:spPr>
          <a:xfrm>
            <a:off x="4296569" y="425869"/>
            <a:ext cx="1439862" cy="5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8DC34AD8-FD8E-453C-B6E3-A76876ADA3A7}"/>
              </a:ext>
            </a:extLst>
          </p:cNvPr>
          <p:cNvSpPr/>
          <p:nvPr userDrawn="1"/>
        </p:nvSpPr>
        <p:spPr>
          <a:xfrm>
            <a:off x="6815926" y="425869"/>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01B8CCA2-0937-4FDB-BE50-4288AB29C7B5}"/>
              </a:ext>
            </a:extLst>
          </p:cNvPr>
          <p:cNvSpPr/>
          <p:nvPr userDrawn="1"/>
        </p:nvSpPr>
        <p:spPr>
          <a:xfrm>
            <a:off x="9336088" y="425869"/>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75803511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_Заголовок и объект">
    <p:spTree>
      <p:nvGrpSpPr>
        <p:cNvPr id="1" name=""/>
        <p:cNvGrpSpPr/>
        <p:nvPr/>
      </p:nvGrpSpPr>
      <p:grpSpPr>
        <a:xfrm>
          <a:off x="0" y="0"/>
          <a:ext cx="0" cy="0"/>
          <a:chOff x="0" y="0"/>
          <a:chExt cx="0" cy="0"/>
        </a:xfrm>
      </p:grpSpPr>
      <p:sp>
        <p:nvSpPr>
          <p:cNvPr id="6" name="Рисунок 5">
            <a:extLst>
              <a:ext uri="{FF2B5EF4-FFF2-40B4-BE49-F238E27FC236}">
                <a16:creationId xmlns:a16="http://schemas.microsoft.com/office/drawing/2014/main" id="{1370F455-08E5-4D30-8C0D-6AA989FB8707}"/>
              </a:ext>
            </a:extLst>
          </p:cNvPr>
          <p:cNvSpPr>
            <a:spLocks noGrp="1"/>
          </p:cNvSpPr>
          <p:nvPr>
            <p:ph type="pic" sz="quarter" idx="16"/>
          </p:nvPr>
        </p:nvSpPr>
        <p:spPr>
          <a:xfrm>
            <a:off x="3576638" y="0"/>
            <a:ext cx="8615362" cy="6858000"/>
          </a:xfrm>
        </p:spPr>
        <p:txBody>
          <a:bodyPr anchor="ctr">
            <a:normAutofit/>
          </a:bodyPr>
          <a:lstStyle>
            <a:lvl1pPr marL="0" indent="0" algn="ctr">
              <a:buNone/>
              <a:defRPr sz="1800"/>
            </a:lvl1pPr>
          </a:lstStyle>
          <a:p>
            <a:endParaRPr lang="ru-RU"/>
          </a:p>
        </p:txBody>
      </p:sp>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Заголовок 9">
            <a:extLst>
              <a:ext uri="{FF2B5EF4-FFF2-40B4-BE49-F238E27FC236}">
                <a16:creationId xmlns:a16="http://schemas.microsoft.com/office/drawing/2014/main" id="{9702C421-CD46-4DE6-AD51-A409D4A4F072}"/>
              </a:ext>
            </a:extLst>
          </p:cNvPr>
          <p:cNvSpPr>
            <a:spLocks noGrp="1"/>
          </p:cNvSpPr>
          <p:nvPr>
            <p:ph type="title"/>
          </p:nvPr>
        </p:nvSpPr>
        <p:spPr>
          <a:xfrm>
            <a:off x="704790" y="549274"/>
            <a:ext cx="2520000" cy="2051633"/>
          </a:xfrm>
        </p:spPr>
        <p:txBody>
          <a:bodyPr>
            <a:normAutofit/>
          </a:bodyPr>
          <a:lstStyle>
            <a:lvl1pPr algn="l">
              <a:defRPr sz="3200" b="0">
                <a:solidFill>
                  <a:schemeClr val="accent1"/>
                </a:solidFill>
              </a:defRPr>
            </a:lvl1pPr>
          </a:lstStyle>
          <a:p>
            <a:r>
              <a:rPr lang="ru-RU" dirty="0"/>
              <a:t>Образец заголовка</a:t>
            </a:r>
          </a:p>
        </p:txBody>
      </p:sp>
    </p:spTree>
    <p:extLst>
      <p:ext uri="{BB962C8B-B14F-4D97-AF65-F5344CB8AC3E}">
        <p14:creationId xmlns:p14="http://schemas.microsoft.com/office/powerpoint/2010/main" val="178650176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Заголовок и объект">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1DB640A-E63E-458C-BED4-3BF937AD69EF}"/>
              </a:ext>
            </a:extLst>
          </p:cNvPr>
          <p:cNvSpPr/>
          <p:nvPr userDrawn="1"/>
        </p:nvSpPr>
        <p:spPr>
          <a:xfrm>
            <a:off x="0" y="0"/>
            <a:ext cx="357663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Заголовок 9">
            <a:extLst>
              <a:ext uri="{FF2B5EF4-FFF2-40B4-BE49-F238E27FC236}">
                <a16:creationId xmlns:a16="http://schemas.microsoft.com/office/drawing/2014/main" id="{C4134E36-7B0E-4F45-B39C-DFD719BB003A}"/>
              </a:ext>
            </a:extLst>
          </p:cNvPr>
          <p:cNvSpPr>
            <a:spLocks noGrp="1"/>
          </p:cNvSpPr>
          <p:nvPr>
            <p:ph type="title"/>
          </p:nvPr>
        </p:nvSpPr>
        <p:spPr>
          <a:xfrm>
            <a:off x="704790" y="549274"/>
            <a:ext cx="2520000" cy="2051633"/>
          </a:xfrm>
        </p:spPr>
        <p:txBody>
          <a:bodyPr>
            <a:normAutofit/>
          </a:bodyPr>
          <a:lstStyle>
            <a:lvl1pPr algn="l">
              <a:defRPr sz="3200" b="0">
                <a:solidFill>
                  <a:schemeClr val="accent1"/>
                </a:solidFill>
              </a:defRPr>
            </a:lvl1pPr>
          </a:lstStyle>
          <a:p>
            <a:r>
              <a:rPr lang="ru-RU" dirty="0"/>
              <a:t>Образец заголовка</a:t>
            </a:r>
          </a:p>
        </p:txBody>
      </p:sp>
      <p:sp>
        <p:nvSpPr>
          <p:cNvPr id="6" name="Объект 2">
            <a:extLst>
              <a:ext uri="{FF2B5EF4-FFF2-40B4-BE49-F238E27FC236}">
                <a16:creationId xmlns:a16="http://schemas.microsoft.com/office/drawing/2014/main" id="{FFBB40C2-782F-46B0-B8BF-70981D6E8EAA}"/>
              </a:ext>
            </a:extLst>
          </p:cNvPr>
          <p:cNvSpPr>
            <a:spLocks noGrp="1"/>
          </p:cNvSpPr>
          <p:nvPr>
            <p:ph idx="1"/>
          </p:nvPr>
        </p:nvSpPr>
        <p:spPr>
          <a:xfrm>
            <a:off x="4301269" y="549275"/>
            <a:ext cx="7208993" cy="5759449"/>
          </a:xfrm>
        </p:spPr>
        <p:txBody>
          <a:bodyPr>
            <a:normAutofit/>
          </a:bodyPr>
          <a:lstStyle>
            <a:lvl1pPr marL="0" indent="0">
              <a:lnSpc>
                <a:spcPct val="100000"/>
              </a:lnSpc>
              <a:spcBef>
                <a:spcPts val="0"/>
              </a:spcBef>
              <a:spcAft>
                <a:spcPts val="1200"/>
              </a:spcAft>
              <a:buNone/>
              <a:defRPr sz="1600" b="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83297337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Объект с подписью">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EA220FD0-4436-48C7-956C-09ACB31C9442}"/>
              </a:ext>
            </a:extLst>
          </p:cNvPr>
          <p:cNvSpPr>
            <a:spLocks noGrp="1"/>
          </p:cNvSpPr>
          <p:nvPr>
            <p:ph idx="1"/>
          </p:nvPr>
        </p:nvSpPr>
        <p:spPr>
          <a:xfrm>
            <a:off x="697741" y="1520789"/>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Заголовок 9">
            <a:extLst>
              <a:ext uri="{FF2B5EF4-FFF2-40B4-BE49-F238E27FC236}">
                <a16:creationId xmlns:a16="http://schemas.microsoft.com/office/drawing/2014/main" id="{E18586DA-4B40-448E-B1C1-E6A16E04EE3F}"/>
              </a:ext>
            </a:extLst>
          </p:cNvPr>
          <p:cNvSpPr>
            <a:spLocks noGrp="1"/>
          </p:cNvSpPr>
          <p:nvPr>
            <p:ph type="title"/>
          </p:nvPr>
        </p:nvSpPr>
        <p:spPr>
          <a:xfrm>
            <a:off x="695324" y="549276"/>
            <a:ext cx="6480175" cy="899504"/>
          </a:xfrm>
        </p:spPr>
        <p:txBody>
          <a:bodyPr>
            <a:normAutofit/>
          </a:bodyPr>
          <a:lstStyle>
            <a:lvl1pPr>
              <a:defRPr sz="2400"/>
            </a:lvl1pPr>
          </a:lstStyle>
          <a:p>
            <a:r>
              <a:rPr lang="ru-RU" dirty="0"/>
              <a:t>Образец заголовка</a:t>
            </a:r>
          </a:p>
        </p:txBody>
      </p:sp>
      <p:sp>
        <p:nvSpPr>
          <p:cNvPr id="3" name="Рисунок 2">
            <a:extLst>
              <a:ext uri="{FF2B5EF4-FFF2-40B4-BE49-F238E27FC236}">
                <a16:creationId xmlns:a16="http://schemas.microsoft.com/office/drawing/2014/main" id="{079573C8-4C12-4DCA-92CD-CDA5A7AAAE57}"/>
              </a:ext>
            </a:extLst>
          </p:cNvPr>
          <p:cNvSpPr>
            <a:spLocks noGrp="1"/>
          </p:cNvSpPr>
          <p:nvPr>
            <p:ph type="pic" sz="quarter" idx="11"/>
          </p:nvPr>
        </p:nvSpPr>
        <p:spPr>
          <a:xfrm>
            <a:off x="7896225" y="0"/>
            <a:ext cx="4295775" cy="6867236"/>
          </a:xfrm>
        </p:spPr>
        <p:txBody>
          <a:bodyPr>
            <a:normAutofit/>
          </a:bodyPr>
          <a:lstStyle>
            <a:lvl1pPr marL="0" indent="0">
              <a:buNone/>
              <a:defRPr sz="1800"/>
            </a:lvl1pPr>
          </a:lstStyle>
          <a:p>
            <a:endParaRPr lang="ru-RU" dirty="0"/>
          </a:p>
        </p:txBody>
      </p:sp>
      <p:sp>
        <p:nvSpPr>
          <p:cNvPr id="5" name="Объект 2">
            <a:extLst>
              <a:ext uri="{FF2B5EF4-FFF2-40B4-BE49-F238E27FC236}">
                <a16:creationId xmlns:a16="http://schemas.microsoft.com/office/drawing/2014/main" id="{9C1BD9EA-4F73-44E5-858F-C87EE6874306}"/>
              </a:ext>
            </a:extLst>
          </p:cNvPr>
          <p:cNvSpPr>
            <a:spLocks noGrp="1"/>
          </p:cNvSpPr>
          <p:nvPr>
            <p:ph idx="12"/>
          </p:nvPr>
        </p:nvSpPr>
        <p:spPr>
          <a:xfrm>
            <a:off x="4043499" y="1530024"/>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6" name="Объект 2">
            <a:extLst>
              <a:ext uri="{FF2B5EF4-FFF2-40B4-BE49-F238E27FC236}">
                <a16:creationId xmlns:a16="http://schemas.microsoft.com/office/drawing/2014/main" id="{D5CA9A47-8A9C-4C48-AC72-45DB50976B94}"/>
              </a:ext>
            </a:extLst>
          </p:cNvPr>
          <p:cNvSpPr>
            <a:spLocks noGrp="1"/>
          </p:cNvSpPr>
          <p:nvPr>
            <p:ph idx="13"/>
          </p:nvPr>
        </p:nvSpPr>
        <p:spPr>
          <a:xfrm>
            <a:off x="695680" y="4166976"/>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9" name="Объект 2">
            <a:extLst>
              <a:ext uri="{FF2B5EF4-FFF2-40B4-BE49-F238E27FC236}">
                <a16:creationId xmlns:a16="http://schemas.microsoft.com/office/drawing/2014/main" id="{FFFB8918-EF61-4EB5-97A0-D810A58DD42C}"/>
              </a:ext>
            </a:extLst>
          </p:cNvPr>
          <p:cNvSpPr>
            <a:spLocks noGrp="1"/>
          </p:cNvSpPr>
          <p:nvPr>
            <p:ph idx="14"/>
          </p:nvPr>
        </p:nvSpPr>
        <p:spPr>
          <a:xfrm>
            <a:off x="4041438" y="4176211"/>
            <a:ext cx="3132000" cy="232200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3726092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Объект с подписью">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EA220FD0-4436-48C7-956C-09ACB31C9442}"/>
              </a:ext>
            </a:extLst>
          </p:cNvPr>
          <p:cNvSpPr>
            <a:spLocks noGrp="1"/>
          </p:cNvSpPr>
          <p:nvPr>
            <p:ph idx="1"/>
          </p:nvPr>
        </p:nvSpPr>
        <p:spPr>
          <a:xfrm>
            <a:off x="697740" y="1520789"/>
            <a:ext cx="6477759" cy="4977422"/>
          </a:xfrm>
        </p:spPr>
        <p:txBody>
          <a:bodyPr>
            <a:normAutofit/>
          </a:bodyPr>
          <a:lstStyle>
            <a:lvl1pPr marL="0" indent="0">
              <a:lnSpc>
                <a:spcPct val="100000"/>
              </a:lnSpc>
              <a:spcBef>
                <a:spcPts val="0"/>
              </a:spcBef>
              <a:spcAft>
                <a:spcPts val="1200"/>
              </a:spcAft>
              <a:buNone/>
              <a:defRPr sz="16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Заголовок 9">
            <a:extLst>
              <a:ext uri="{FF2B5EF4-FFF2-40B4-BE49-F238E27FC236}">
                <a16:creationId xmlns:a16="http://schemas.microsoft.com/office/drawing/2014/main" id="{E18586DA-4B40-448E-B1C1-E6A16E04EE3F}"/>
              </a:ext>
            </a:extLst>
          </p:cNvPr>
          <p:cNvSpPr>
            <a:spLocks noGrp="1"/>
          </p:cNvSpPr>
          <p:nvPr>
            <p:ph type="title"/>
          </p:nvPr>
        </p:nvSpPr>
        <p:spPr>
          <a:xfrm>
            <a:off x="695324" y="549276"/>
            <a:ext cx="6480175" cy="899504"/>
          </a:xfrm>
        </p:spPr>
        <p:txBody>
          <a:bodyPr>
            <a:normAutofit/>
          </a:bodyPr>
          <a:lstStyle>
            <a:lvl1pPr>
              <a:defRPr sz="2400"/>
            </a:lvl1pPr>
          </a:lstStyle>
          <a:p>
            <a:r>
              <a:rPr lang="ru-RU" dirty="0"/>
              <a:t>Образец заголовка</a:t>
            </a:r>
          </a:p>
        </p:txBody>
      </p:sp>
      <p:sp>
        <p:nvSpPr>
          <p:cNvPr id="3" name="Рисунок 2">
            <a:extLst>
              <a:ext uri="{FF2B5EF4-FFF2-40B4-BE49-F238E27FC236}">
                <a16:creationId xmlns:a16="http://schemas.microsoft.com/office/drawing/2014/main" id="{079573C8-4C12-4DCA-92CD-CDA5A7AAAE57}"/>
              </a:ext>
            </a:extLst>
          </p:cNvPr>
          <p:cNvSpPr>
            <a:spLocks noGrp="1"/>
          </p:cNvSpPr>
          <p:nvPr>
            <p:ph type="pic" sz="quarter" idx="11"/>
          </p:nvPr>
        </p:nvSpPr>
        <p:spPr>
          <a:xfrm>
            <a:off x="7896225" y="0"/>
            <a:ext cx="4295775" cy="6867236"/>
          </a:xfrm>
        </p:spPr>
        <p:txBody>
          <a:bodyPr>
            <a:normAutofit/>
          </a:bodyPr>
          <a:lstStyle>
            <a:lvl1pPr marL="0" indent="0">
              <a:buNone/>
              <a:defRPr sz="1800"/>
            </a:lvl1pPr>
          </a:lstStyle>
          <a:p>
            <a:endParaRPr lang="ru-RU" dirty="0"/>
          </a:p>
        </p:txBody>
      </p:sp>
    </p:spTree>
    <p:extLst>
      <p:ext uri="{BB962C8B-B14F-4D97-AF65-F5344CB8AC3E}">
        <p14:creationId xmlns:p14="http://schemas.microsoft.com/office/powerpoint/2010/main" val="1328401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Объект с подписью">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EA220FD0-4436-48C7-956C-09ACB31C9442}"/>
              </a:ext>
            </a:extLst>
          </p:cNvPr>
          <p:cNvSpPr>
            <a:spLocks noGrp="1"/>
          </p:cNvSpPr>
          <p:nvPr>
            <p:ph idx="1"/>
          </p:nvPr>
        </p:nvSpPr>
        <p:spPr>
          <a:xfrm>
            <a:off x="697741" y="4280620"/>
            <a:ext cx="2878898" cy="201558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8" name="Заголовок 9">
            <a:extLst>
              <a:ext uri="{FF2B5EF4-FFF2-40B4-BE49-F238E27FC236}">
                <a16:creationId xmlns:a16="http://schemas.microsoft.com/office/drawing/2014/main" id="{E18586DA-4B40-448E-B1C1-E6A16E04EE3F}"/>
              </a:ext>
            </a:extLst>
          </p:cNvPr>
          <p:cNvSpPr>
            <a:spLocks noGrp="1"/>
          </p:cNvSpPr>
          <p:nvPr>
            <p:ph type="title"/>
          </p:nvPr>
        </p:nvSpPr>
        <p:spPr>
          <a:xfrm>
            <a:off x="695325" y="3573017"/>
            <a:ext cx="2879972" cy="576708"/>
          </a:xfrm>
        </p:spPr>
        <p:txBody>
          <a:bodyPr anchor="b">
            <a:normAutofit/>
          </a:bodyPr>
          <a:lstStyle>
            <a:lvl1pPr>
              <a:defRPr sz="2000"/>
            </a:lvl1pPr>
          </a:lstStyle>
          <a:p>
            <a:r>
              <a:rPr lang="ru-RU" dirty="0"/>
              <a:t>Образец заголовка</a:t>
            </a:r>
          </a:p>
        </p:txBody>
      </p:sp>
      <p:sp>
        <p:nvSpPr>
          <p:cNvPr id="3" name="Рисунок 2">
            <a:extLst>
              <a:ext uri="{FF2B5EF4-FFF2-40B4-BE49-F238E27FC236}">
                <a16:creationId xmlns:a16="http://schemas.microsoft.com/office/drawing/2014/main" id="{079573C8-4C12-4DCA-92CD-CDA5A7AAAE57}"/>
              </a:ext>
            </a:extLst>
          </p:cNvPr>
          <p:cNvSpPr>
            <a:spLocks noGrp="1"/>
          </p:cNvSpPr>
          <p:nvPr>
            <p:ph type="pic" sz="quarter" idx="11"/>
          </p:nvPr>
        </p:nvSpPr>
        <p:spPr>
          <a:xfrm>
            <a:off x="4295775" y="0"/>
            <a:ext cx="7896225" cy="6867236"/>
          </a:xfrm>
        </p:spPr>
        <p:txBody>
          <a:bodyPr>
            <a:normAutofit/>
          </a:bodyPr>
          <a:lstStyle>
            <a:lvl1pPr marL="0" indent="0">
              <a:buNone/>
              <a:defRPr sz="1800"/>
            </a:lvl1pPr>
          </a:lstStyle>
          <a:p>
            <a:endParaRPr lang="ru-RU" dirty="0"/>
          </a:p>
        </p:txBody>
      </p:sp>
    </p:spTree>
    <p:extLst>
      <p:ext uri="{BB962C8B-B14F-4D97-AF65-F5344CB8AC3E}">
        <p14:creationId xmlns:p14="http://schemas.microsoft.com/office/powerpoint/2010/main" val="2474472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Два объекта">
    <p:spTree>
      <p:nvGrpSpPr>
        <p:cNvPr id="1" name=""/>
        <p:cNvGrpSpPr/>
        <p:nvPr/>
      </p:nvGrpSpPr>
      <p:grpSpPr>
        <a:xfrm>
          <a:off x="0" y="0"/>
          <a:ext cx="0" cy="0"/>
          <a:chOff x="0" y="0"/>
          <a:chExt cx="0" cy="0"/>
        </a:xfrm>
      </p:grpSpPr>
      <p:sp>
        <p:nvSpPr>
          <p:cNvPr id="7" name="Объект 2">
            <a:extLst>
              <a:ext uri="{FF2B5EF4-FFF2-40B4-BE49-F238E27FC236}">
                <a16:creationId xmlns:a16="http://schemas.microsoft.com/office/drawing/2014/main" id="{7B899D89-9837-458C-B8EE-D21622A667BD}"/>
              </a:ext>
            </a:extLst>
          </p:cNvPr>
          <p:cNvSpPr>
            <a:spLocks noGrp="1"/>
          </p:cNvSpPr>
          <p:nvPr>
            <p:ph idx="1"/>
          </p:nvPr>
        </p:nvSpPr>
        <p:spPr>
          <a:xfrm>
            <a:off x="697742" y="1520788"/>
            <a:ext cx="5037896" cy="4787936"/>
          </a:xfrm>
        </p:spPr>
        <p:txBody>
          <a:bodyPr>
            <a:normAutofit/>
          </a:bodyPr>
          <a:lstStyle>
            <a:lvl1pPr marL="0" indent="0">
              <a:lnSpc>
                <a:spcPct val="100000"/>
              </a:lnSpc>
              <a:spcBef>
                <a:spcPts val="0"/>
              </a:spcBef>
              <a:spcAft>
                <a:spcPts val="1200"/>
              </a:spcAft>
              <a:buNone/>
              <a:defRPr sz="18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0" name="Заголовок 9">
            <a:extLst>
              <a:ext uri="{FF2B5EF4-FFF2-40B4-BE49-F238E27FC236}">
                <a16:creationId xmlns:a16="http://schemas.microsoft.com/office/drawing/2014/main" id="{659D6B21-D3E4-4DB1-B3BD-8ABBBE0A3975}"/>
              </a:ext>
            </a:extLst>
          </p:cNvPr>
          <p:cNvSpPr>
            <a:spLocks noGrp="1"/>
          </p:cNvSpPr>
          <p:nvPr>
            <p:ph type="title"/>
          </p:nvPr>
        </p:nvSpPr>
        <p:spPr>
          <a:xfrm>
            <a:off x="695325" y="549276"/>
            <a:ext cx="10438818" cy="899504"/>
          </a:xfrm>
        </p:spPr>
        <p:txBody>
          <a:bodyPr>
            <a:normAutofit/>
          </a:bodyPr>
          <a:lstStyle>
            <a:lvl1pPr>
              <a:defRPr sz="2400"/>
            </a:lvl1pPr>
          </a:lstStyle>
          <a:p>
            <a:r>
              <a:rPr lang="ru-RU" dirty="0"/>
              <a:t>Образец заголовка</a:t>
            </a:r>
          </a:p>
        </p:txBody>
      </p:sp>
      <p:sp>
        <p:nvSpPr>
          <p:cNvPr id="12" name="Объект 2">
            <a:extLst>
              <a:ext uri="{FF2B5EF4-FFF2-40B4-BE49-F238E27FC236}">
                <a16:creationId xmlns:a16="http://schemas.microsoft.com/office/drawing/2014/main" id="{74F552D8-691C-4F5A-93F3-E78A41DEB6DC}"/>
              </a:ext>
            </a:extLst>
          </p:cNvPr>
          <p:cNvSpPr>
            <a:spLocks noGrp="1"/>
          </p:cNvSpPr>
          <p:nvPr>
            <p:ph idx="10"/>
          </p:nvPr>
        </p:nvSpPr>
        <p:spPr>
          <a:xfrm>
            <a:off x="6096000" y="1519280"/>
            <a:ext cx="5038143" cy="4787936"/>
          </a:xfrm>
        </p:spPr>
        <p:txBody>
          <a:bodyPr>
            <a:normAutofit/>
          </a:bodyPr>
          <a:lstStyle>
            <a:lvl1pPr marL="0" indent="0">
              <a:lnSpc>
                <a:spcPct val="100000"/>
              </a:lnSpc>
              <a:spcBef>
                <a:spcPts val="0"/>
              </a:spcBef>
              <a:spcAft>
                <a:spcPts val="1200"/>
              </a:spcAft>
              <a:buNone/>
              <a:defRPr sz="18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Tree>
    <p:extLst>
      <p:ext uri="{BB962C8B-B14F-4D97-AF65-F5344CB8AC3E}">
        <p14:creationId xmlns:p14="http://schemas.microsoft.com/office/powerpoint/2010/main" val="4230359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Заголовок и объект">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58ED46EA-4BC9-4468-9A10-CFF5B10505A2}"/>
              </a:ext>
            </a:extLst>
          </p:cNvPr>
          <p:cNvSpPr>
            <a:spLocks noGrp="1"/>
          </p:cNvSpPr>
          <p:nvPr>
            <p:ph idx="1"/>
          </p:nvPr>
        </p:nvSpPr>
        <p:spPr>
          <a:xfrm>
            <a:off x="697742" y="3429000"/>
            <a:ext cx="2878896" cy="241197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4" name="Рисунок 3">
            <a:extLst>
              <a:ext uri="{FF2B5EF4-FFF2-40B4-BE49-F238E27FC236}">
                <a16:creationId xmlns:a16="http://schemas.microsoft.com/office/drawing/2014/main" id="{ADFEF4E4-58C6-488E-9DC5-2D4FBFBB3227}"/>
              </a:ext>
            </a:extLst>
          </p:cNvPr>
          <p:cNvSpPr>
            <a:spLocks noGrp="1"/>
          </p:cNvSpPr>
          <p:nvPr>
            <p:ph type="pic" sz="quarter" idx="10"/>
          </p:nvPr>
        </p:nvSpPr>
        <p:spPr>
          <a:xfrm>
            <a:off x="803337" y="2002745"/>
            <a:ext cx="1080000" cy="1080000"/>
          </a:xfrm>
        </p:spPr>
        <p:txBody>
          <a:bodyPr>
            <a:normAutofit/>
          </a:bodyPr>
          <a:lstStyle>
            <a:lvl1pPr marL="0" indent="0" algn="ctr">
              <a:buNone/>
              <a:defRPr sz="1600">
                <a:solidFill>
                  <a:schemeClr val="accent1"/>
                </a:solidFill>
              </a:defRPr>
            </a:lvl1pPr>
          </a:lstStyle>
          <a:p>
            <a:endParaRPr lang="ru-RU" dirty="0"/>
          </a:p>
        </p:txBody>
      </p:sp>
      <p:sp>
        <p:nvSpPr>
          <p:cNvPr id="13" name="Объект 2">
            <a:extLst>
              <a:ext uri="{FF2B5EF4-FFF2-40B4-BE49-F238E27FC236}">
                <a16:creationId xmlns:a16="http://schemas.microsoft.com/office/drawing/2014/main" id="{E787CBA8-9E1F-4B90-9B65-00E68D064A1A}"/>
              </a:ext>
            </a:extLst>
          </p:cNvPr>
          <p:cNvSpPr>
            <a:spLocks noGrp="1"/>
          </p:cNvSpPr>
          <p:nvPr>
            <p:ph idx="11"/>
          </p:nvPr>
        </p:nvSpPr>
        <p:spPr>
          <a:xfrm>
            <a:off x="4315674" y="3429000"/>
            <a:ext cx="2878896" cy="241197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4" name="Рисунок 3">
            <a:extLst>
              <a:ext uri="{FF2B5EF4-FFF2-40B4-BE49-F238E27FC236}">
                <a16:creationId xmlns:a16="http://schemas.microsoft.com/office/drawing/2014/main" id="{32F1C930-FC70-4C02-93BA-5F43C5D1F8D1}"/>
              </a:ext>
            </a:extLst>
          </p:cNvPr>
          <p:cNvSpPr>
            <a:spLocks noGrp="1"/>
          </p:cNvSpPr>
          <p:nvPr>
            <p:ph type="pic" sz="quarter" idx="12"/>
          </p:nvPr>
        </p:nvSpPr>
        <p:spPr>
          <a:xfrm>
            <a:off x="4423686" y="2002745"/>
            <a:ext cx="1080000" cy="1080000"/>
          </a:xfrm>
        </p:spPr>
        <p:txBody>
          <a:bodyPr>
            <a:normAutofit/>
          </a:bodyPr>
          <a:lstStyle>
            <a:lvl1pPr marL="0" indent="0" algn="ctr">
              <a:buNone/>
              <a:defRPr sz="1600">
                <a:solidFill>
                  <a:schemeClr val="accent1"/>
                </a:solidFill>
              </a:defRPr>
            </a:lvl1pPr>
          </a:lstStyle>
          <a:p>
            <a:endParaRPr lang="ru-RU" dirty="0"/>
          </a:p>
        </p:txBody>
      </p:sp>
      <p:sp>
        <p:nvSpPr>
          <p:cNvPr id="15" name="Объект 2">
            <a:extLst>
              <a:ext uri="{FF2B5EF4-FFF2-40B4-BE49-F238E27FC236}">
                <a16:creationId xmlns:a16="http://schemas.microsoft.com/office/drawing/2014/main" id="{964959FB-A7C2-48AE-91CC-2361DA8D0185}"/>
              </a:ext>
            </a:extLst>
          </p:cNvPr>
          <p:cNvSpPr>
            <a:spLocks noGrp="1"/>
          </p:cNvSpPr>
          <p:nvPr>
            <p:ph idx="13"/>
          </p:nvPr>
        </p:nvSpPr>
        <p:spPr>
          <a:xfrm>
            <a:off x="7908592" y="3429000"/>
            <a:ext cx="2878896" cy="2411970"/>
          </a:xfrm>
        </p:spPr>
        <p:txBody>
          <a:bodyPr>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6" name="Рисунок 3">
            <a:extLst>
              <a:ext uri="{FF2B5EF4-FFF2-40B4-BE49-F238E27FC236}">
                <a16:creationId xmlns:a16="http://schemas.microsoft.com/office/drawing/2014/main" id="{ACDEDBB3-71DC-4203-A09B-ADD41FE2A77D}"/>
              </a:ext>
            </a:extLst>
          </p:cNvPr>
          <p:cNvSpPr>
            <a:spLocks noGrp="1"/>
          </p:cNvSpPr>
          <p:nvPr>
            <p:ph type="pic" sz="quarter" idx="14"/>
          </p:nvPr>
        </p:nvSpPr>
        <p:spPr>
          <a:xfrm>
            <a:off x="8039200" y="2002745"/>
            <a:ext cx="1080000" cy="1080000"/>
          </a:xfrm>
        </p:spPr>
        <p:txBody>
          <a:bodyPr>
            <a:normAutofit/>
          </a:bodyPr>
          <a:lstStyle>
            <a:lvl1pPr marL="0" indent="0" algn="ctr">
              <a:buNone/>
              <a:defRPr sz="1600">
                <a:solidFill>
                  <a:schemeClr val="accent1"/>
                </a:solidFill>
              </a:defRPr>
            </a:lvl1pPr>
          </a:lstStyle>
          <a:p>
            <a:endParaRPr lang="ru-RU" dirty="0"/>
          </a:p>
        </p:txBody>
      </p:sp>
      <p:sp>
        <p:nvSpPr>
          <p:cNvPr id="19" name="Заголовок 9">
            <a:extLst>
              <a:ext uri="{FF2B5EF4-FFF2-40B4-BE49-F238E27FC236}">
                <a16:creationId xmlns:a16="http://schemas.microsoft.com/office/drawing/2014/main" id="{464E531B-B54F-49C6-8CB1-E9F4805E0F15}"/>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Tree>
    <p:extLst>
      <p:ext uri="{BB962C8B-B14F-4D97-AF65-F5344CB8AC3E}">
        <p14:creationId xmlns:p14="http://schemas.microsoft.com/office/powerpoint/2010/main" val="109133153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Заголовок и объект">
    <p:spTree>
      <p:nvGrpSpPr>
        <p:cNvPr id="1" name=""/>
        <p:cNvGrpSpPr/>
        <p:nvPr/>
      </p:nvGrpSpPr>
      <p:grpSpPr>
        <a:xfrm>
          <a:off x="0" y="0"/>
          <a:ext cx="0" cy="0"/>
          <a:chOff x="0" y="0"/>
          <a:chExt cx="0" cy="0"/>
        </a:xfrm>
      </p:grpSpPr>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
        <p:nvSpPr>
          <p:cNvPr id="12" name="Объект 2">
            <a:extLst>
              <a:ext uri="{FF2B5EF4-FFF2-40B4-BE49-F238E27FC236}">
                <a16:creationId xmlns:a16="http://schemas.microsoft.com/office/drawing/2014/main" id="{19B271DE-BEDE-4D5C-A267-8D0C9BABF676}"/>
              </a:ext>
            </a:extLst>
          </p:cNvPr>
          <p:cNvSpPr>
            <a:spLocks noGrp="1"/>
          </p:cNvSpPr>
          <p:nvPr>
            <p:ph idx="11"/>
          </p:nvPr>
        </p:nvSpPr>
        <p:spPr>
          <a:xfrm>
            <a:off x="1782974" y="1628800"/>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4" name="Рисунок 15">
            <a:extLst>
              <a:ext uri="{FF2B5EF4-FFF2-40B4-BE49-F238E27FC236}">
                <a16:creationId xmlns:a16="http://schemas.microsoft.com/office/drawing/2014/main" id="{4C13CE1E-855F-48BB-BB51-A509A73B5529}"/>
              </a:ext>
            </a:extLst>
          </p:cNvPr>
          <p:cNvSpPr>
            <a:spLocks noGrp="1"/>
          </p:cNvSpPr>
          <p:nvPr>
            <p:ph type="pic" sz="quarter" idx="18"/>
          </p:nvPr>
        </p:nvSpPr>
        <p:spPr>
          <a:xfrm>
            <a:off x="703263" y="1628837"/>
            <a:ext cx="720000" cy="720000"/>
          </a:xfrm>
        </p:spPr>
        <p:txBody>
          <a:bodyPr>
            <a:normAutofit/>
          </a:bodyPr>
          <a:lstStyle>
            <a:lvl1pPr marL="0" indent="0">
              <a:buNone/>
              <a:defRPr sz="1800">
                <a:solidFill>
                  <a:schemeClr val="accent1"/>
                </a:solidFill>
              </a:defRPr>
            </a:lvl1pPr>
          </a:lstStyle>
          <a:p>
            <a:endParaRPr lang="ru-RU"/>
          </a:p>
        </p:txBody>
      </p:sp>
      <p:sp>
        <p:nvSpPr>
          <p:cNvPr id="20" name="Объект 2">
            <a:extLst>
              <a:ext uri="{FF2B5EF4-FFF2-40B4-BE49-F238E27FC236}">
                <a16:creationId xmlns:a16="http://schemas.microsoft.com/office/drawing/2014/main" id="{60BE2E94-A026-4901-B708-76620B0361FE}"/>
              </a:ext>
            </a:extLst>
          </p:cNvPr>
          <p:cNvSpPr>
            <a:spLocks noGrp="1"/>
          </p:cNvSpPr>
          <p:nvPr>
            <p:ph idx="19"/>
          </p:nvPr>
        </p:nvSpPr>
        <p:spPr>
          <a:xfrm>
            <a:off x="7542563" y="1628800"/>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1" name="Рисунок 15">
            <a:extLst>
              <a:ext uri="{FF2B5EF4-FFF2-40B4-BE49-F238E27FC236}">
                <a16:creationId xmlns:a16="http://schemas.microsoft.com/office/drawing/2014/main" id="{E5B7977C-E0EB-414C-A09C-FC92185039AD}"/>
              </a:ext>
            </a:extLst>
          </p:cNvPr>
          <p:cNvSpPr>
            <a:spLocks noGrp="1"/>
          </p:cNvSpPr>
          <p:nvPr>
            <p:ph type="pic" sz="quarter" idx="20"/>
          </p:nvPr>
        </p:nvSpPr>
        <p:spPr>
          <a:xfrm>
            <a:off x="6462852" y="1628837"/>
            <a:ext cx="720000" cy="720000"/>
          </a:xfrm>
        </p:spPr>
        <p:txBody>
          <a:bodyPr>
            <a:normAutofit/>
          </a:bodyPr>
          <a:lstStyle>
            <a:lvl1pPr marL="0" indent="0">
              <a:buNone/>
              <a:defRPr sz="1800">
                <a:solidFill>
                  <a:schemeClr val="accent1"/>
                </a:solidFill>
              </a:defRPr>
            </a:lvl1pPr>
          </a:lstStyle>
          <a:p>
            <a:endParaRPr lang="ru-RU"/>
          </a:p>
        </p:txBody>
      </p:sp>
      <p:sp>
        <p:nvSpPr>
          <p:cNvPr id="22" name="Объект 2">
            <a:extLst>
              <a:ext uri="{FF2B5EF4-FFF2-40B4-BE49-F238E27FC236}">
                <a16:creationId xmlns:a16="http://schemas.microsoft.com/office/drawing/2014/main" id="{79401538-4BFD-4234-9E9B-0EFAA0B6FB1A}"/>
              </a:ext>
            </a:extLst>
          </p:cNvPr>
          <p:cNvSpPr>
            <a:spLocks noGrp="1"/>
          </p:cNvSpPr>
          <p:nvPr>
            <p:ph idx="21"/>
          </p:nvPr>
        </p:nvSpPr>
        <p:spPr>
          <a:xfrm>
            <a:off x="1782974" y="4134452"/>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3" name="Рисунок 15">
            <a:extLst>
              <a:ext uri="{FF2B5EF4-FFF2-40B4-BE49-F238E27FC236}">
                <a16:creationId xmlns:a16="http://schemas.microsoft.com/office/drawing/2014/main" id="{572F15A1-D0E8-4435-B7E3-A9B168694001}"/>
              </a:ext>
            </a:extLst>
          </p:cNvPr>
          <p:cNvSpPr>
            <a:spLocks noGrp="1"/>
          </p:cNvSpPr>
          <p:nvPr>
            <p:ph type="pic" sz="quarter" idx="22"/>
          </p:nvPr>
        </p:nvSpPr>
        <p:spPr>
          <a:xfrm>
            <a:off x="703263" y="4134489"/>
            <a:ext cx="720000" cy="720000"/>
          </a:xfrm>
        </p:spPr>
        <p:txBody>
          <a:bodyPr>
            <a:normAutofit/>
          </a:bodyPr>
          <a:lstStyle>
            <a:lvl1pPr marL="0" indent="0">
              <a:buNone/>
              <a:defRPr sz="1800">
                <a:solidFill>
                  <a:schemeClr val="accent1"/>
                </a:solidFill>
              </a:defRPr>
            </a:lvl1pPr>
          </a:lstStyle>
          <a:p>
            <a:endParaRPr lang="ru-RU"/>
          </a:p>
        </p:txBody>
      </p:sp>
      <p:sp>
        <p:nvSpPr>
          <p:cNvPr id="24" name="Объект 2">
            <a:extLst>
              <a:ext uri="{FF2B5EF4-FFF2-40B4-BE49-F238E27FC236}">
                <a16:creationId xmlns:a16="http://schemas.microsoft.com/office/drawing/2014/main" id="{F546BFE1-815D-4BC6-87B8-D375FDE84DE0}"/>
              </a:ext>
            </a:extLst>
          </p:cNvPr>
          <p:cNvSpPr>
            <a:spLocks noGrp="1"/>
          </p:cNvSpPr>
          <p:nvPr>
            <p:ph idx="23"/>
          </p:nvPr>
        </p:nvSpPr>
        <p:spPr>
          <a:xfrm>
            <a:off x="7542563" y="4134452"/>
            <a:ext cx="3600000" cy="18002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5" name="Рисунок 15">
            <a:extLst>
              <a:ext uri="{FF2B5EF4-FFF2-40B4-BE49-F238E27FC236}">
                <a16:creationId xmlns:a16="http://schemas.microsoft.com/office/drawing/2014/main" id="{E09201CC-1272-4D39-A157-AF88A4248C56}"/>
              </a:ext>
            </a:extLst>
          </p:cNvPr>
          <p:cNvSpPr>
            <a:spLocks noGrp="1"/>
          </p:cNvSpPr>
          <p:nvPr>
            <p:ph type="pic" sz="quarter" idx="24"/>
          </p:nvPr>
        </p:nvSpPr>
        <p:spPr>
          <a:xfrm>
            <a:off x="6462852" y="4134489"/>
            <a:ext cx="720000" cy="720000"/>
          </a:xfrm>
        </p:spPr>
        <p:txBody>
          <a:bodyPr>
            <a:normAutofit/>
          </a:bodyPr>
          <a:lstStyle>
            <a:lvl1pPr marL="0" indent="0">
              <a:buNone/>
              <a:defRPr sz="1800">
                <a:solidFill>
                  <a:schemeClr val="accent1"/>
                </a:solidFill>
              </a:defRPr>
            </a:lvl1pPr>
          </a:lstStyle>
          <a:p>
            <a:endParaRPr lang="ru-RU"/>
          </a:p>
        </p:txBody>
      </p:sp>
    </p:spTree>
    <p:extLst>
      <p:ext uri="{BB962C8B-B14F-4D97-AF65-F5344CB8AC3E}">
        <p14:creationId xmlns:p14="http://schemas.microsoft.com/office/powerpoint/2010/main" val="30283994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Заголовок и объект">
    <p:spTree>
      <p:nvGrpSpPr>
        <p:cNvPr id="1" name=""/>
        <p:cNvGrpSpPr/>
        <p:nvPr/>
      </p:nvGrpSpPr>
      <p:grpSpPr>
        <a:xfrm>
          <a:off x="0" y="0"/>
          <a:ext cx="0" cy="0"/>
          <a:chOff x="0" y="0"/>
          <a:chExt cx="0" cy="0"/>
        </a:xfrm>
      </p:grpSpPr>
      <p:sp>
        <p:nvSpPr>
          <p:cNvPr id="10" name="Заголовок 9">
            <a:extLst>
              <a:ext uri="{FF2B5EF4-FFF2-40B4-BE49-F238E27FC236}">
                <a16:creationId xmlns:a16="http://schemas.microsoft.com/office/drawing/2014/main" id="{B734FEF6-3084-4945-920B-FD178D3CCF83}"/>
              </a:ext>
            </a:extLst>
          </p:cNvPr>
          <p:cNvSpPr>
            <a:spLocks noGrp="1"/>
          </p:cNvSpPr>
          <p:nvPr>
            <p:ph type="title"/>
          </p:nvPr>
        </p:nvSpPr>
        <p:spPr>
          <a:xfrm>
            <a:off x="695325" y="549276"/>
            <a:ext cx="10440000" cy="899504"/>
          </a:xfrm>
        </p:spPr>
        <p:txBody>
          <a:bodyPr>
            <a:normAutofit/>
          </a:bodyPr>
          <a:lstStyle>
            <a:lvl1pPr>
              <a:defRPr sz="2400"/>
            </a:lvl1pPr>
          </a:lstStyle>
          <a:p>
            <a:r>
              <a:rPr lang="ru-RU" dirty="0"/>
              <a:t>Образец заголовка</a:t>
            </a:r>
          </a:p>
        </p:txBody>
      </p:sp>
      <p:sp>
        <p:nvSpPr>
          <p:cNvPr id="8" name="Объект 2">
            <a:extLst>
              <a:ext uri="{FF2B5EF4-FFF2-40B4-BE49-F238E27FC236}">
                <a16:creationId xmlns:a16="http://schemas.microsoft.com/office/drawing/2014/main" id="{95CBE446-B58F-43C6-9CE6-184957304CE7}"/>
              </a:ext>
            </a:extLst>
          </p:cNvPr>
          <p:cNvSpPr>
            <a:spLocks noGrp="1"/>
          </p:cNvSpPr>
          <p:nvPr>
            <p:ph idx="11"/>
          </p:nvPr>
        </p:nvSpPr>
        <p:spPr>
          <a:xfrm>
            <a:off x="1638959" y="162880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6" name="Рисунок 15">
            <a:extLst>
              <a:ext uri="{FF2B5EF4-FFF2-40B4-BE49-F238E27FC236}">
                <a16:creationId xmlns:a16="http://schemas.microsoft.com/office/drawing/2014/main" id="{A460B7DA-EDC8-4C80-A02B-FDC351E90226}"/>
              </a:ext>
            </a:extLst>
          </p:cNvPr>
          <p:cNvSpPr>
            <a:spLocks noGrp="1"/>
          </p:cNvSpPr>
          <p:nvPr>
            <p:ph type="pic" sz="quarter" idx="18"/>
          </p:nvPr>
        </p:nvSpPr>
        <p:spPr>
          <a:xfrm>
            <a:off x="703263" y="1628837"/>
            <a:ext cx="720000" cy="720000"/>
          </a:xfrm>
        </p:spPr>
        <p:txBody>
          <a:bodyPr>
            <a:normAutofit/>
          </a:bodyPr>
          <a:lstStyle>
            <a:lvl1pPr marL="0" indent="0">
              <a:buNone/>
              <a:defRPr sz="1600">
                <a:solidFill>
                  <a:schemeClr val="accent1"/>
                </a:solidFill>
              </a:defRPr>
            </a:lvl1pPr>
          </a:lstStyle>
          <a:p>
            <a:endParaRPr lang="ru-RU"/>
          </a:p>
        </p:txBody>
      </p:sp>
      <p:sp>
        <p:nvSpPr>
          <p:cNvPr id="12" name="Объект 2">
            <a:extLst>
              <a:ext uri="{FF2B5EF4-FFF2-40B4-BE49-F238E27FC236}">
                <a16:creationId xmlns:a16="http://schemas.microsoft.com/office/drawing/2014/main" id="{28BD8F6B-915A-46F6-89BB-DC6B23B8EEE3}"/>
              </a:ext>
            </a:extLst>
          </p:cNvPr>
          <p:cNvSpPr>
            <a:spLocks noGrp="1"/>
          </p:cNvSpPr>
          <p:nvPr>
            <p:ph idx="19"/>
          </p:nvPr>
        </p:nvSpPr>
        <p:spPr>
          <a:xfrm>
            <a:off x="1631504" y="3312592"/>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14" name="Рисунок 15">
            <a:extLst>
              <a:ext uri="{FF2B5EF4-FFF2-40B4-BE49-F238E27FC236}">
                <a16:creationId xmlns:a16="http://schemas.microsoft.com/office/drawing/2014/main" id="{54143E6B-98C6-450A-919E-F4B4913FFE34}"/>
              </a:ext>
            </a:extLst>
          </p:cNvPr>
          <p:cNvSpPr>
            <a:spLocks noGrp="1"/>
          </p:cNvSpPr>
          <p:nvPr>
            <p:ph type="pic" sz="quarter" idx="20"/>
          </p:nvPr>
        </p:nvSpPr>
        <p:spPr>
          <a:xfrm>
            <a:off x="695808" y="3312629"/>
            <a:ext cx="720000" cy="720000"/>
          </a:xfrm>
        </p:spPr>
        <p:txBody>
          <a:bodyPr>
            <a:normAutofit/>
          </a:bodyPr>
          <a:lstStyle>
            <a:lvl1pPr marL="0" indent="0">
              <a:buNone/>
              <a:defRPr sz="1600">
                <a:solidFill>
                  <a:schemeClr val="accent1"/>
                </a:solidFill>
              </a:defRPr>
            </a:lvl1pPr>
          </a:lstStyle>
          <a:p>
            <a:endParaRPr lang="ru-RU" dirty="0"/>
          </a:p>
        </p:txBody>
      </p:sp>
      <p:sp>
        <p:nvSpPr>
          <p:cNvPr id="20" name="Объект 2">
            <a:extLst>
              <a:ext uri="{FF2B5EF4-FFF2-40B4-BE49-F238E27FC236}">
                <a16:creationId xmlns:a16="http://schemas.microsoft.com/office/drawing/2014/main" id="{31998D45-BEB5-46E7-B47F-BC35BFB01A5C}"/>
              </a:ext>
            </a:extLst>
          </p:cNvPr>
          <p:cNvSpPr>
            <a:spLocks noGrp="1"/>
          </p:cNvSpPr>
          <p:nvPr>
            <p:ph idx="21"/>
          </p:nvPr>
        </p:nvSpPr>
        <p:spPr>
          <a:xfrm>
            <a:off x="1631504" y="500478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1" name="Рисунок 15">
            <a:extLst>
              <a:ext uri="{FF2B5EF4-FFF2-40B4-BE49-F238E27FC236}">
                <a16:creationId xmlns:a16="http://schemas.microsoft.com/office/drawing/2014/main" id="{AD7C99BB-448E-44B8-BDA6-6D7F36BC8704}"/>
              </a:ext>
            </a:extLst>
          </p:cNvPr>
          <p:cNvSpPr>
            <a:spLocks noGrp="1"/>
          </p:cNvSpPr>
          <p:nvPr>
            <p:ph type="pic" sz="quarter" idx="22"/>
          </p:nvPr>
        </p:nvSpPr>
        <p:spPr>
          <a:xfrm>
            <a:off x="695808" y="5004817"/>
            <a:ext cx="720000" cy="720000"/>
          </a:xfrm>
        </p:spPr>
        <p:txBody>
          <a:bodyPr>
            <a:normAutofit/>
          </a:bodyPr>
          <a:lstStyle>
            <a:lvl1pPr marL="0" indent="0">
              <a:buNone/>
              <a:defRPr sz="1600">
                <a:solidFill>
                  <a:schemeClr val="accent1"/>
                </a:solidFill>
              </a:defRPr>
            </a:lvl1pPr>
          </a:lstStyle>
          <a:p>
            <a:endParaRPr lang="ru-RU" dirty="0"/>
          </a:p>
        </p:txBody>
      </p:sp>
      <p:sp>
        <p:nvSpPr>
          <p:cNvPr id="22" name="Объект 2">
            <a:extLst>
              <a:ext uri="{FF2B5EF4-FFF2-40B4-BE49-F238E27FC236}">
                <a16:creationId xmlns:a16="http://schemas.microsoft.com/office/drawing/2014/main" id="{8C7F6058-6E46-428E-A246-D582CC75922E}"/>
              </a:ext>
            </a:extLst>
          </p:cNvPr>
          <p:cNvSpPr>
            <a:spLocks noGrp="1"/>
          </p:cNvSpPr>
          <p:nvPr>
            <p:ph idx="23"/>
          </p:nvPr>
        </p:nvSpPr>
        <p:spPr>
          <a:xfrm>
            <a:off x="7363595" y="163734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3" name="Рисунок 15">
            <a:extLst>
              <a:ext uri="{FF2B5EF4-FFF2-40B4-BE49-F238E27FC236}">
                <a16:creationId xmlns:a16="http://schemas.microsoft.com/office/drawing/2014/main" id="{A8AED962-A558-44A0-ADD7-2DD6597AB10F}"/>
              </a:ext>
            </a:extLst>
          </p:cNvPr>
          <p:cNvSpPr>
            <a:spLocks noGrp="1"/>
          </p:cNvSpPr>
          <p:nvPr>
            <p:ph type="pic" sz="quarter" idx="24"/>
          </p:nvPr>
        </p:nvSpPr>
        <p:spPr>
          <a:xfrm>
            <a:off x="6456160" y="1637377"/>
            <a:ext cx="720000" cy="720000"/>
          </a:xfrm>
        </p:spPr>
        <p:txBody>
          <a:bodyPr>
            <a:normAutofit/>
          </a:bodyPr>
          <a:lstStyle>
            <a:lvl1pPr marL="0" indent="0">
              <a:buNone/>
              <a:defRPr sz="1600">
                <a:solidFill>
                  <a:schemeClr val="accent1"/>
                </a:solidFill>
              </a:defRPr>
            </a:lvl1pPr>
          </a:lstStyle>
          <a:p>
            <a:endParaRPr lang="ru-RU"/>
          </a:p>
        </p:txBody>
      </p:sp>
      <p:sp>
        <p:nvSpPr>
          <p:cNvPr id="24" name="Объект 2">
            <a:extLst>
              <a:ext uri="{FF2B5EF4-FFF2-40B4-BE49-F238E27FC236}">
                <a16:creationId xmlns:a16="http://schemas.microsoft.com/office/drawing/2014/main" id="{7345183D-3A8A-416E-A93D-C9EC871995C9}"/>
              </a:ext>
            </a:extLst>
          </p:cNvPr>
          <p:cNvSpPr>
            <a:spLocks noGrp="1"/>
          </p:cNvSpPr>
          <p:nvPr>
            <p:ph idx="25"/>
          </p:nvPr>
        </p:nvSpPr>
        <p:spPr>
          <a:xfrm>
            <a:off x="7356140" y="3321132"/>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5" name="Рисунок 15">
            <a:extLst>
              <a:ext uri="{FF2B5EF4-FFF2-40B4-BE49-F238E27FC236}">
                <a16:creationId xmlns:a16="http://schemas.microsoft.com/office/drawing/2014/main" id="{DA5A5E00-7924-42AD-B076-22CDF1093D80}"/>
              </a:ext>
            </a:extLst>
          </p:cNvPr>
          <p:cNvSpPr>
            <a:spLocks noGrp="1"/>
          </p:cNvSpPr>
          <p:nvPr>
            <p:ph type="pic" sz="quarter" idx="26"/>
          </p:nvPr>
        </p:nvSpPr>
        <p:spPr>
          <a:xfrm>
            <a:off x="6448705" y="3321169"/>
            <a:ext cx="720000" cy="720000"/>
          </a:xfrm>
        </p:spPr>
        <p:txBody>
          <a:bodyPr>
            <a:normAutofit/>
          </a:bodyPr>
          <a:lstStyle>
            <a:lvl1pPr marL="0" indent="0">
              <a:buNone/>
              <a:defRPr sz="1600">
                <a:solidFill>
                  <a:schemeClr val="accent1"/>
                </a:solidFill>
              </a:defRPr>
            </a:lvl1pPr>
          </a:lstStyle>
          <a:p>
            <a:endParaRPr lang="ru-RU"/>
          </a:p>
        </p:txBody>
      </p:sp>
      <p:sp>
        <p:nvSpPr>
          <p:cNvPr id="26" name="Объект 2">
            <a:extLst>
              <a:ext uri="{FF2B5EF4-FFF2-40B4-BE49-F238E27FC236}">
                <a16:creationId xmlns:a16="http://schemas.microsoft.com/office/drawing/2014/main" id="{49E62CE5-D432-4F8C-B823-903BE4F55E00}"/>
              </a:ext>
            </a:extLst>
          </p:cNvPr>
          <p:cNvSpPr>
            <a:spLocks noGrp="1"/>
          </p:cNvSpPr>
          <p:nvPr>
            <p:ph idx="27"/>
          </p:nvPr>
        </p:nvSpPr>
        <p:spPr>
          <a:xfrm>
            <a:off x="7356140" y="5013320"/>
            <a:ext cx="3600000" cy="1296000"/>
          </a:xfrm>
        </p:spPr>
        <p:txBody>
          <a:bodyPr anchor="t">
            <a:normAutofit/>
          </a:bodyPr>
          <a:lstStyle>
            <a:lvl1pPr marL="0" indent="0">
              <a:lnSpc>
                <a:spcPct val="100000"/>
              </a:lnSpc>
              <a:spcBef>
                <a:spcPts val="0"/>
              </a:spcBef>
              <a:spcAft>
                <a:spcPts val="1200"/>
              </a:spcAft>
              <a:buNone/>
              <a:defRPr sz="1400">
                <a:solidFill>
                  <a:schemeClr val="tx2"/>
                </a:solidFill>
              </a:defRPr>
            </a:lvl1pPr>
            <a:lvl2pPr marL="720000">
              <a:lnSpc>
                <a:spcPct val="100000"/>
              </a:lnSpc>
              <a:defRPr sz="2000">
                <a:solidFill>
                  <a:schemeClr val="tx2"/>
                </a:solidFill>
              </a:defRPr>
            </a:lvl2pPr>
            <a:lvl3pPr marL="1080000">
              <a:lnSpc>
                <a:spcPct val="100000"/>
              </a:lnSpc>
              <a:defRPr sz="1600">
                <a:solidFill>
                  <a:schemeClr val="tx2"/>
                </a:solidFill>
              </a:defRPr>
            </a:lvl3pPr>
            <a:lvl4pPr marL="1440000">
              <a:lnSpc>
                <a:spcPct val="100000"/>
              </a:lnSpc>
              <a:defRPr sz="1600">
                <a:solidFill>
                  <a:schemeClr val="tx2"/>
                </a:solidFill>
              </a:defRPr>
            </a:lvl4pPr>
            <a:lvl5pPr marL="1800000">
              <a:lnSpc>
                <a:spcPct val="100000"/>
              </a:lnSpc>
              <a:defRPr sz="1600">
                <a:solidFill>
                  <a:schemeClr val="tx2"/>
                </a:solidFill>
              </a:defRPr>
            </a:lvl5pPr>
          </a:lstStyle>
          <a:p>
            <a:pPr lvl="0"/>
            <a:r>
              <a:rPr lang="ru-RU" dirty="0"/>
              <a:t>Образец текста</a:t>
            </a:r>
          </a:p>
        </p:txBody>
      </p:sp>
      <p:sp>
        <p:nvSpPr>
          <p:cNvPr id="27" name="Рисунок 15">
            <a:extLst>
              <a:ext uri="{FF2B5EF4-FFF2-40B4-BE49-F238E27FC236}">
                <a16:creationId xmlns:a16="http://schemas.microsoft.com/office/drawing/2014/main" id="{731DDC1B-E062-4044-98EA-F5D7146B3AF5}"/>
              </a:ext>
            </a:extLst>
          </p:cNvPr>
          <p:cNvSpPr>
            <a:spLocks noGrp="1"/>
          </p:cNvSpPr>
          <p:nvPr>
            <p:ph type="pic" sz="quarter" idx="28"/>
          </p:nvPr>
        </p:nvSpPr>
        <p:spPr>
          <a:xfrm>
            <a:off x="6448705" y="5013357"/>
            <a:ext cx="720000" cy="720000"/>
          </a:xfrm>
        </p:spPr>
        <p:txBody>
          <a:bodyPr>
            <a:normAutofit/>
          </a:bodyPr>
          <a:lstStyle>
            <a:lvl1pPr marL="0" indent="0">
              <a:buNone/>
              <a:defRPr sz="1600">
                <a:solidFill>
                  <a:schemeClr val="accent1"/>
                </a:solidFill>
              </a:defRPr>
            </a:lvl1pPr>
          </a:lstStyle>
          <a:p>
            <a:endParaRPr lang="ru-RU"/>
          </a:p>
        </p:txBody>
      </p:sp>
    </p:spTree>
    <p:extLst>
      <p:ext uri="{BB962C8B-B14F-4D97-AF65-F5344CB8AC3E}">
        <p14:creationId xmlns:p14="http://schemas.microsoft.com/office/powerpoint/2010/main" val="248627162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Пустой слайд">
    <p:bg>
      <p:bgPr>
        <a:solidFill>
          <a:schemeClr val="accent1"/>
        </a:solidFill>
        <a:effectLst/>
      </p:bgPr>
    </p:bg>
    <p:spTree>
      <p:nvGrpSpPr>
        <p:cNvPr id="1" name=""/>
        <p:cNvGrpSpPr/>
        <p:nvPr/>
      </p:nvGrpSpPr>
      <p:grpSpPr>
        <a:xfrm>
          <a:off x="0" y="0"/>
          <a:ext cx="0" cy="0"/>
          <a:chOff x="0" y="0"/>
          <a:chExt cx="0" cy="0"/>
        </a:xfrm>
      </p:grpSpPr>
      <p:sp>
        <p:nvSpPr>
          <p:cNvPr id="5" name="Объект 2">
            <a:extLst>
              <a:ext uri="{FF2B5EF4-FFF2-40B4-BE49-F238E27FC236}">
                <a16:creationId xmlns:a16="http://schemas.microsoft.com/office/drawing/2014/main" id="{65021710-D730-4047-92F6-F4B20CF17D18}"/>
              </a:ext>
            </a:extLst>
          </p:cNvPr>
          <p:cNvSpPr>
            <a:spLocks noGrp="1"/>
          </p:cNvSpPr>
          <p:nvPr>
            <p:ph idx="1" hasCustomPrompt="1"/>
          </p:nvPr>
        </p:nvSpPr>
        <p:spPr>
          <a:xfrm>
            <a:off x="682934" y="728700"/>
            <a:ext cx="8653154" cy="4304290"/>
          </a:xfrm>
        </p:spPr>
        <p:txBody>
          <a:bodyPr anchor="t">
            <a:normAutofit/>
          </a:bodyPr>
          <a:lstStyle>
            <a:lvl1pPr marL="0" indent="0">
              <a:lnSpc>
                <a:spcPct val="100000"/>
              </a:lnSpc>
              <a:spcAft>
                <a:spcPts val="600"/>
              </a:spcAft>
              <a:buNone/>
              <a:defRPr sz="4000">
                <a:solidFill>
                  <a:schemeClr val="bg2"/>
                </a:solidFill>
              </a:defRPr>
            </a:lvl1pPr>
            <a:lvl2pPr marL="720000">
              <a:lnSpc>
                <a:spcPct val="100000"/>
              </a:lnSpc>
              <a:spcAft>
                <a:spcPts val="600"/>
              </a:spcAft>
              <a:defRPr sz="1800">
                <a:solidFill>
                  <a:schemeClr val="tx2"/>
                </a:solidFill>
              </a:defRPr>
            </a:lvl2pPr>
            <a:lvl3pPr marL="1080000">
              <a:lnSpc>
                <a:spcPct val="100000"/>
              </a:lnSpc>
              <a:spcAft>
                <a:spcPts val="600"/>
              </a:spcAft>
              <a:defRPr sz="1600">
                <a:solidFill>
                  <a:schemeClr val="tx2"/>
                </a:solidFill>
              </a:defRPr>
            </a:lvl3pPr>
            <a:lvl4pPr marL="1440000">
              <a:lnSpc>
                <a:spcPct val="100000"/>
              </a:lnSpc>
              <a:spcAft>
                <a:spcPts val="600"/>
              </a:spcAft>
              <a:defRPr sz="1600">
                <a:solidFill>
                  <a:schemeClr val="tx2"/>
                </a:solidFill>
              </a:defRPr>
            </a:lvl4pPr>
            <a:lvl5pPr marL="1800000">
              <a:lnSpc>
                <a:spcPct val="100000"/>
              </a:lnSpc>
              <a:spcAft>
                <a:spcPts val="600"/>
              </a:spcAft>
              <a:defRPr sz="1600">
                <a:solidFill>
                  <a:schemeClr val="tx2"/>
                </a:solidFill>
              </a:defRPr>
            </a:lvl5pPr>
          </a:lstStyle>
          <a:p>
            <a:pPr lvl="0"/>
            <a:r>
              <a:rPr lang="ru-RU" dirty="0"/>
              <a:t>Крупный текст</a:t>
            </a:r>
          </a:p>
        </p:txBody>
      </p:sp>
      <p:sp>
        <p:nvSpPr>
          <p:cNvPr id="2" name="Прямоугольник 1">
            <a:extLst>
              <a:ext uri="{FF2B5EF4-FFF2-40B4-BE49-F238E27FC236}">
                <a16:creationId xmlns:a16="http://schemas.microsoft.com/office/drawing/2014/main" id="{4F9BBCEE-F92F-4B92-9C8E-C5C618D9AE86}"/>
              </a:ext>
            </a:extLst>
          </p:cNvPr>
          <p:cNvSpPr/>
          <p:nvPr userDrawn="1"/>
        </p:nvSpPr>
        <p:spPr>
          <a:xfrm>
            <a:off x="790674" y="54803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177739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Пустой слайд">
    <p:bg>
      <p:bgPr>
        <a:solidFill>
          <a:schemeClr val="bg1">
            <a:lumMod val="95000"/>
          </a:schemeClr>
        </a:solidFill>
        <a:effectLst/>
      </p:bgPr>
    </p:bg>
    <p:spTree>
      <p:nvGrpSpPr>
        <p:cNvPr id="1" name=""/>
        <p:cNvGrpSpPr/>
        <p:nvPr/>
      </p:nvGrpSpPr>
      <p:grpSpPr>
        <a:xfrm>
          <a:off x="0" y="0"/>
          <a:ext cx="0" cy="0"/>
          <a:chOff x="0" y="0"/>
          <a:chExt cx="0" cy="0"/>
        </a:xfrm>
      </p:grpSpPr>
      <p:sp>
        <p:nvSpPr>
          <p:cNvPr id="5" name="Объект 2">
            <a:extLst>
              <a:ext uri="{FF2B5EF4-FFF2-40B4-BE49-F238E27FC236}">
                <a16:creationId xmlns:a16="http://schemas.microsoft.com/office/drawing/2014/main" id="{65021710-D730-4047-92F6-F4B20CF17D18}"/>
              </a:ext>
            </a:extLst>
          </p:cNvPr>
          <p:cNvSpPr>
            <a:spLocks noGrp="1"/>
          </p:cNvSpPr>
          <p:nvPr>
            <p:ph idx="1" hasCustomPrompt="1"/>
          </p:nvPr>
        </p:nvSpPr>
        <p:spPr>
          <a:xfrm>
            <a:off x="682934" y="728700"/>
            <a:ext cx="8653154" cy="4304290"/>
          </a:xfrm>
        </p:spPr>
        <p:txBody>
          <a:bodyPr anchor="t">
            <a:normAutofit/>
          </a:bodyPr>
          <a:lstStyle>
            <a:lvl1pPr marL="0" indent="0">
              <a:lnSpc>
                <a:spcPct val="100000"/>
              </a:lnSpc>
              <a:spcAft>
                <a:spcPts val="600"/>
              </a:spcAft>
              <a:buNone/>
              <a:defRPr sz="4000">
                <a:solidFill>
                  <a:schemeClr val="accent1"/>
                </a:solidFill>
              </a:defRPr>
            </a:lvl1pPr>
            <a:lvl2pPr marL="720000">
              <a:lnSpc>
                <a:spcPct val="100000"/>
              </a:lnSpc>
              <a:spcAft>
                <a:spcPts val="600"/>
              </a:spcAft>
              <a:defRPr sz="1800">
                <a:solidFill>
                  <a:schemeClr val="tx2"/>
                </a:solidFill>
              </a:defRPr>
            </a:lvl2pPr>
            <a:lvl3pPr marL="1080000">
              <a:lnSpc>
                <a:spcPct val="100000"/>
              </a:lnSpc>
              <a:spcAft>
                <a:spcPts val="600"/>
              </a:spcAft>
              <a:defRPr sz="1600">
                <a:solidFill>
                  <a:schemeClr val="tx2"/>
                </a:solidFill>
              </a:defRPr>
            </a:lvl3pPr>
            <a:lvl4pPr marL="1440000">
              <a:lnSpc>
                <a:spcPct val="100000"/>
              </a:lnSpc>
              <a:spcAft>
                <a:spcPts val="600"/>
              </a:spcAft>
              <a:defRPr sz="1600">
                <a:solidFill>
                  <a:schemeClr val="tx2"/>
                </a:solidFill>
              </a:defRPr>
            </a:lvl4pPr>
            <a:lvl5pPr marL="1800000">
              <a:lnSpc>
                <a:spcPct val="100000"/>
              </a:lnSpc>
              <a:spcAft>
                <a:spcPts val="600"/>
              </a:spcAft>
              <a:defRPr sz="1600">
                <a:solidFill>
                  <a:schemeClr val="tx2"/>
                </a:solidFill>
              </a:defRPr>
            </a:lvl5pPr>
          </a:lstStyle>
          <a:p>
            <a:pPr lvl="0"/>
            <a:r>
              <a:rPr lang="ru-RU" dirty="0"/>
              <a:t>Крупный текст</a:t>
            </a:r>
          </a:p>
        </p:txBody>
      </p:sp>
      <p:sp>
        <p:nvSpPr>
          <p:cNvPr id="2" name="Прямоугольник 1">
            <a:extLst>
              <a:ext uri="{FF2B5EF4-FFF2-40B4-BE49-F238E27FC236}">
                <a16:creationId xmlns:a16="http://schemas.microsoft.com/office/drawing/2014/main" id="{4F9BBCEE-F92F-4B92-9C8E-C5C618D9AE86}"/>
              </a:ext>
            </a:extLst>
          </p:cNvPr>
          <p:cNvSpPr/>
          <p:nvPr userDrawn="1"/>
        </p:nvSpPr>
        <p:spPr>
          <a:xfrm>
            <a:off x="790674" y="54803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213768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bg>
      <p:bgPr>
        <a:solidFill>
          <a:schemeClr val="accent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576158-630F-402B-9983-E5AD77963DB6}"/>
              </a:ext>
            </a:extLst>
          </p:cNvPr>
          <p:cNvSpPr>
            <a:spLocks noGrp="1"/>
          </p:cNvSpPr>
          <p:nvPr>
            <p:ph type="title" hasCustomPrompt="1"/>
          </p:nvPr>
        </p:nvSpPr>
        <p:spPr>
          <a:xfrm>
            <a:off x="694461" y="4302228"/>
            <a:ext cx="7704348" cy="2043096"/>
          </a:xfrm>
        </p:spPr>
        <p:txBody>
          <a:bodyPr>
            <a:normAutofit/>
          </a:bodyPr>
          <a:lstStyle>
            <a:lvl1pPr>
              <a:defRPr sz="4800" b="0">
                <a:solidFill>
                  <a:schemeClr val="bg2"/>
                </a:solidFill>
              </a:defRPr>
            </a:lvl1pPr>
          </a:lstStyle>
          <a:p>
            <a:r>
              <a:rPr lang="ru-RU" dirty="0"/>
              <a:t>Заголовок раздела</a:t>
            </a:r>
          </a:p>
        </p:txBody>
      </p:sp>
      <p:sp>
        <p:nvSpPr>
          <p:cNvPr id="3" name="Прямоугольник 2">
            <a:extLst>
              <a:ext uri="{FF2B5EF4-FFF2-40B4-BE49-F238E27FC236}">
                <a16:creationId xmlns:a16="http://schemas.microsoft.com/office/drawing/2014/main" id="{DF5E74BD-6B92-43D2-BC24-D72D1FD497D5}"/>
              </a:ext>
            </a:extLst>
          </p:cNvPr>
          <p:cNvSpPr/>
          <p:nvPr userDrawn="1"/>
        </p:nvSpPr>
        <p:spPr>
          <a:xfrm>
            <a:off x="804241" y="4086208"/>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095595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bg>
      <p:bgPr>
        <a:solidFill>
          <a:schemeClr val="bg1">
            <a:lumMod val="95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576158-630F-402B-9983-E5AD77963DB6}"/>
              </a:ext>
            </a:extLst>
          </p:cNvPr>
          <p:cNvSpPr>
            <a:spLocks noGrp="1"/>
          </p:cNvSpPr>
          <p:nvPr>
            <p:ph type="title" hasCustomPrompt="1"/>
          </p:nvPr>
        </p:nvSpPr>
        <p:spPr>
          <a:xfrm>
            <a:off x="694461" y="4293745"/>
            <a:ext cx="7704348" cy="2043096"/>
          </a:xfrm>
        </p:spPr>
        <p:txBody>
          <a:bodyPr>
            <a:normAutofit/>
          </a:bodyPr>
          <a:lstStyle>
            <a:lvl1pPr>
              <a:defRPr sz="4800" b="0">
                <a:solidFill>
                  <a:schemeClr val="accent1"/>
                </a:solidFill>
              </a:defRPr>
            </a:lvl1pPr>
          </a:lstStyle>
          <a:p>
            <a:r>
              <a:rPr lang="ru-RU" dirty="0"/>
              <a:t>Заголовок раздела</a:t>
            </a:r>
          </a:p>
        </p:txBody>
      </p:sp>
      <p:sp>
        <p:nvSpPr>
          <p:cNvPr id="3" name="Прямоугольник 2">
            <a:extLst>
              <a:ext uri="{FF2B5EF4-FFF2-40B4-BE49-F238E27FC236}">
                <a16:creationId xmlns:a16="http://schemas.microsoft.com/office/drawing/2014/main" id="{DF5E74BD-6B92-43D2-BC24-D72D1FD497D5}"/>
              </a:ext>
            </a:extLst>
          </p:cNvPr>
          <p:cNvSpPr/>
          <p:nvPr userDrawn="1"/>
        </p:nvSpPr>
        <p:spPr>
          <a:xfrm>
            <a:off x="804241" y="407772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accent4"/>
              </a:solidFill>
            </a:endParaRPr>
          </a:p>
        </p:txBody>
      </p:sp>
    </p:spTree>
    <p:extLst>
      <p:ext uri="{BB962C8B-B14F-4D97-AF65-F5344CB8AC3E}">
        <p14:creationId xmlns:p14="http://schemas.microsoft.com/office/powerpoint/2010/main" val="24958300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bg>
      <p:bgPr>
        <a:solidFill>
          <a:schemeClr val="accent1"/>
        </a:solidFill>
        <a:effectLst/>
      </p:bgPr>
    </p:bg>
    <p:spTree>
      <p:nvGrpSpPr>
        <p:cNvPr id="1" name=""/>
        <p:cNvGrpSpPr/>
        <p:nvPr/>
      </p:nvGrpSpPr>
      <p:grpSpPr>
        <a:xfrm>
          <a:off x="0" y="0"/>
          <a:ext cx="0" cy="0"/>
          <a:chOff x="0" y="0"/>
          <a:chExt cx="0" cy="0"/>
        </a:xfrm>
      </p:grpSpPr>
      <p:pic>
        <p:nvPicPr>
          <p:cNvPr id="3" name="Рисунок 2" descr="Изображение выглядит как цветной, большой, сидит, летит&#10;&#10;Автоматически созданное описание">
            <a:extLst>
              <a:ext uri="{FF2B5EF4-FFF2-40B4-BE49-F238E27FC236}">
                <a16:creationId xmlns:a16="http://schemas.microsoft.com/office/drawing/2014/main" id="{9E729BAF-86CD-4C6C-8A42-92279648EF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6164" r="19335"/>
          <a:stretch/>
        </p:blipFill>
        <p:spPr>
          <a:xfrm>
            <a:off x="11734113" y="0"/>
            <a:ext cx="462980" cy="6858000"/>
          </a:xfrm>
          <a:prstGeom prst="rect">
            <a:avLst/>
          </a:prstGeom>
        </p:spPr>
      </p:pic>
      <p:sp>
        <p:nvSpPr>
          <p:cNvPr id="4" name="Заголовок 1">
            <a:extLst>
              <a:ext uri="{FF2B5EF4-FFF2-40B4-BE49-F238E27FC236}">
                <a16:creationId xmlns:a16="http://schemas.microsoft.com/office/drawing/2014/main" id="{FDB9E00F-4857-4C4B-A62A-2E4425FFB9BE}"/>
              </a:ext>
            </a:extLst>
          </p:cNvPr>
          <p:cNvSpPr>
            <a:spLocks noGrp="1"/>
          </p:cNvSpPr>
          <p:nvPr>
            <p:ph type="title" hasCustomPrompt="1"/>
          </p:nvPr>
        </p:nvSpPr>
        <p:spPr>
          <a:xfrm>
            <a:off x="690288" y="4293745"/>
            <a:ext cx="7704348" cy="2043096"/>
          </a:xfrm>
        </p:spPr>
        <p:txBody>
          <a:bodyPr>
            <a:normAutofit/>
          </a:bodyPr>
          <a:lstStyle>
            <a:lvl1pPr>
              <a:defRPr sz="4800" b="0">
                <a:solidFill>
                  <a:schemeClr val="bg2"/>
                </a:solidFill>
              </a:defRPr>
            </a:lvl1pPr>
          </a:lstStyle>
          <a:p>
            <a:r>
              <a:rPr lang="ru-RU" dirty="0"/>
              <a:t>Заголовок раздела</a:t>
            </a:r>
          </a:p>
        </p:txBody>
      </p:sp>
      <p:sp>
        <p:nvSpPr>
          <p:cNvPr id="5" name="Прямоугольник 4">
            <a:extLst>
              <a:ext uri="{FF2B5EF4-FFF2-40B4-BE49-F238E27FC236}">
                <a16:creationId xmlns:a16="http://schemas.microsoft.com/office/drawing/2014/main" id="{B8369C83-3F76-449D-A842-200490991FF5}"/>
              </a:ext>
            </a:extLst>
          </p:cNvPr>
          <p:cNvSpPr/>
          <p:nvPr userDrawn="1"/>
        </p:nvSpPr>
        <p:spPr>
          <a:xfrm>
            <a:off x="800068" y="407772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407395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bg>
      <p:bgPr>
        <a:solidFill>
          <a:schemeClr val="bg1">
            <a:lumMod val="95000"/>
          </a:schemeClr>
        </a:solidFill>
        <a:effectLst/>
      </p:bgPr>
    </p:bg>
    <p:spTree>
      <p:nvGrpSpPr>
        <p:cNvPr id="1" name=""/>
        <p:cNvGrpSpPr/>
        <p:nvPr/>
      </p:nvGrpSpPr>
      <p:grpSpPr>
        <a:xfrm>
          <a:off x="0" y="0"/>
          <a:ext cx="0" cy="0"/>
          <a:chOff x="0" y="0"/>
          <a:chExt cx="0" cy="0"/>
        </a:xfrm>
      </p:grpSpPr>
      <p:pic>
        <p:nvPicPr>
          <p:cNvPr id="3" name="Рисунок 2" descr="Изображение выглядит как цветной, большой, сидит, летит&#10;&#10;Автоматически созданное описание">
            <a:extLst>
              <a:ext uri="{FF2B5EF4-FFF2-40B4-BE49-F238E27FC236}">
                <a16:creationId xmlns:a16="http://schemas.microsoft.com/office/drawing/2014/main" id="{9E729BAF-86CD-4C6C-8A42-92279648EFC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6164" r="19335"/>
          <a:stretch/>
        </p:blipFill>
        <p:spPr>
          <a:xfrm>
            <a:off x="11734113" y="0"/>
            <a:ext cx="462980" cy="6858000"/>
          </a:xfrm>
          <a:prstGeom prst="rect">
            <a:avLst/>
          </a:prstGeom>
        </p:spPr>
      </p:pic>
      <p:sp>
        <p:nvSpPr>
          <p:cNvPr id="4" name="Заголовок 1">
            <a:extLst>
              <a:ext uri="{FF2B5EF4-FFF2-40B4-BE49-F238E27FC236}">
                <a16:creationId xmlns:a16="http://schemas.microsoft.com/office/drawing/2014/main" id="{FDB9E00F-4857-4C4B-A62A-2E4425FFB9BE}"/>
              </a:ext>
            </a:extLst>
          </p:cNvPr>
          <p:cNvSpPr>
            <a:spLocks noGrp="1"/>
          </p:cNvSpPr>
          <p:nvPr>
            <p:ph type="title" hasCustomPrompt="1"/>
          </p:nvPr>
        </p:nvSpPr>
        <p:spPr>
          <a:xfrm>
            <a:off x="690288" y="4293745"/>
            <a:ext cx="7704348" cy="2043096"/>
          </a:xfrm>
        </p:spPr>
        <p:txBody>
          <a:bodyPr>
            <a:normAutofit/>
          </a:bodyPr>
          <a:lstStyle>
            <a:lvl1pPr>
              <a:defRPr sz="4800" b="0">
                <a:solidFill>
                  <a:schemeClr val="accent1"/>
                </a:solidFill>
              </a:defRPr>
            </a:lvl1pPr>
          </a:lstStyle>
          <a:p>
            <a:r>
              <a:rPr lang="ru-RU" dirty="0"/>
              <a:t>Заголовок раздела</a:t>
            </a:r>
          </a:p>
        </p:txBody>
      </p:sp>
      <p:sp>
        <p:nvSpPr>
          <p:cNvPr id="5" name="Прямоугольник 4">
            <a:extLst>
              <a:ext uri="{FF2B5EF4-FFF2-40B4-BE49-F238E27FC236}">
                <a16:creationId xmlns:a16="http://schemas.microsoft.com/office/drawing/2014/main" id="{B8369C83-3F76-449D-A842-200490991FF5}"/>
              </a:ext>
            </a:extLst>
          </p:cNvPr>
          <p:cNvSpPr/>
          <p:nvPr userDrawn="1"/>
        </p:nvSpPr>
        <p:spPr>
          <a:xfrm>
            <a:off x="800068" y="4077725"/>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6507855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Титульный слайд">
    <p:bg>
      <p:bgPr>
        <a:solidFill>
          <a:schemeClr val="accent1"/>
        </a:solidFill>
        <a:effectLst/>
      </p:bgPr>
    </p:bg>
    <p:spTree>
      <p:nvGrpSpPr>
        <p:cNvPr id="1" name=""/>
        <p:cNvGrpSpPr/>
        <p:nvPr/>
      </p:nvGrpSpPr>
      <p:grpSpPr>
        <a:xfrm>
          <a:off x="0" y="0"/>
          <a:ext cx="0" cy="0"/>
          <a:chOff x="0" y="0"/>
          <a:chExt cx="0" cy="0"/>
        </a:xfrm>
      </p:grpSpPr>
      <p:sp>
        <p:nvSpPr>
          <p:cNvPr id="6" name="Текст 5">
            <a:extLst>
              <a:ext uri="{FF2B5EF4-FFF2-40B4-BE49-F238E27FC236}">
                <a16:creationId xmlns:a16="http://schemas.microsoft.com/office/drawing/2014/main" id="{B9A89B7C-A5B0-4653-B79B-9B4A46C94E38}"/>
              </a:ext>
            </a:extLst>
          </p:cNvPr>
          <p:cNvSpPr>
            <a:spLocks noGrp="1"/>
          </p:cNvSpPr>
          <p:nvPr>
            <p:ph type="body" sz="quarter" idx="10"/>
          </p:nvPr>
        </p:nvSpPr>
        <p:spPr>
          <a:xfrm>
            <a:off x="8724292" y="5811025"/>
            <a:ext cx="2051658" cy="577072"/>
          </a:xfrm>
        </p:spPr>
        <p:txBody>
          <a:bodyPr anchor="t">
            <a:noAutofit/>
          </a:bodyPr>
          <a:lstStyle>
            <a:lvl1pPr marL="0" indent="0" algn="r">
              <a:buNone/>
              <a:defRPr sz="1400">
                <a:solidFill>
                  <a:schemeClr val="bg2">
                    <a:alpha val="80000"/>
                  </a:schemeClr>
                </a:solidFill>
              </a:defRPr>
            </a:lvl1pPr>
            <a:lvl2pPr>
              <a:defRPr sz="1600">
                <a:solidFill>
                  <a:schemeClr val="bg2"/>
                </a:solidFill>
              </a:defRPr>
            </a:lvl2pPr>
            <a:lvl3pPr>
              <a:defRPr sz="1600">
                <a:solidFill>
                  <a:schemeClr val="bg2"/>
                </a:solidFill>
              </a:defRPr>
            </a:lvl3pPr>
            <a:lvl4pPr>
              <a:defRPr sz="1600">
                <a:solidFill>
                  <a:schemeClr val="bg2"/>
                </a:solidFill>
              </a:defRPr>
            </a:lvl4pPr>
            <a:lvl5pPr marL="1828800" indent="0">
              <a:buNone/>
              <a:defRPr sz="1600">
                <a:solidFill>
                  <a:schemeClr val="bg2"/>
                </a:solidFill>
              </a:defRPr>
            </a:lvl5pPr>
          </a:lstStyle>
          <a:p>
            <a:pPr lvl="0"/>
            <a:r>
              <a:rPr lang="ru-RU" dirty="0"/>
              <a:t>Образец текста</a:t>
            </a:r>
          </a:p>
        </p:txBody>
      </p:sp>
      <p:sp>
        <p:nvSpPr>
          <p:cNvPr id="12" name="Подзаголовок 2">
            <a:extLst>
              <a:ext uri="{FF2B5EF4-FFF2-40B4-BE49-F238E27FC236}">
                <a16:creationId xmlns:a16="http://schemas.microsoft.com/office/drawing/2014/main" id="{C817F729-A923-4BD1-A693-B9589C7B4732}"/>
              </a:ext>
            </a:extLst>
          </p:cNvPr>
          <p:cNvSpPr>
            <a:spLocks noGrp="1"/>
          </p:cNvSpPr>
          <p:nvPr>
            <p:ph type="subTitle" idx="1" hasCustomPrompt="1"/>
          </p:nvPr>
        </p:nvSpPr>
        <p:spPr>
          <a:xfrm>
            <a:off x="698501" y="5813767"/>
            <a:ext cx="6590924"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7" name="Заголовок 1">
            <a:extLst>
              <a:ext uri="{FF2B5EF4-FFF2-40B4-BE49-F238E27FC236}">
                <a16:creationId xmlns:a16="http://schemas.microsoft.com/office/drawing/2014/main" id="{C7F1A83E-17D4-4749-89CA-778EAB7BA16C}"/>
              </a:ext>
            </a:extLst>
          </p:cNvPr>
          <p:cNvSpPr>
            <a:spLocks noGrp="1"/>
          </p:cNvSpPr>
          <p:nvPr>
            <p:ph type="ctrTitle"/>
          </p:nvPr>
        </p:nvSpPr>
        <p:spPr>
          <a:xfrm>
            <a:off x="698501" y="2140714"/>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sp>
        <p:nvSpPr>
          <p:cNvPr id="11" name="Прямоугольник 10">
            <a:extLst>
              <a:ext uri="{FF2B5EF4-FFF2-40B4-BE49-F238E27FC236}">
                <a16:creationId xmlns:a16="http://schemas.microsoft.com/office/drawing/2014/main" id="{59FF8722-3078-4A8D-BCFD-2BB8A669ECCE}"/>
              </a:ext>
            </a:extLst>
          </p:cNvPr>
          <p:cNvSpPr/>
          <p:nvPr userDrawn="1"/>
        </p:nvSpPr>
        <p:spPr>
          <a:xfrm>
            <a:off x="809250" y="1988840"/>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3" name="Рисунок 2">
            <a:extLst>
              <a:ext uri="{FF2B5EF4-FFF2-40B4-BE49-F238E27FC236}">
                <a16:creationId xmlns:a16="http://schemas.microsoft.com/office/drawing/2014/main" id="{CB8F993C-5095-4E64-95DA-8AAE52A5AA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442" y="643465"/>
            <a:ext cx="1728000" cy="337263"/>
          </a:xfrm>
          <a:prstGeom prst="rect">
            <a:avLst/>
          </a:prstGeom>
        </p:spPr>
      </p:pic>
      <p:sp>
        <p:nvSpPr>
          <p:cNvPr id="4" name="Текст 3">
            <a:extLst>
              <a:ext uri="{FF2B5EF4-FFF2-40B4-BE49-F238E27FC236}">
                <a16:creationId xmlns:a16="http://schemas.microsoft.com/office/drawing/2014/main" id="{22876E56-7452-4296-ADBE-134E501AD38C}"/>
              </a:ext>
            </a:extLst>
          </p:cNvPr>
          <p:cNvSpPr>
            <a:spLocks noGrp="1"/>
          </p:cNvSpPr>
          <p:nvPr>
            <p:ph type="body" sz="quarter" idx="11" hasCustomPrompt="1"/>
          </p:nvPr>
        </p:nvSpPr>
        <p:spPr>
          <a:xfrm>
            <a:off x="698500" y="5355183"/>
            <a:ext cx="6591300"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Tree>
    <p:extLst>
      <p:ext uri="{BB962C8B-B14F-4D97-AF65-F5344CB8AC3E}">
        <p14:creationId xmlns:p14="http://schemas.microsoft.com/office/powerpoint/2010/main" val="2201532470"/>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bg>
      <p:bgPr>
        <a:solidFill>
          <a:schemeClr val="accent1"/>
        </a:solidFill>
        <a:effectLst/>
      </p:bgPr>
    </p:bg>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F16B780B-F599-404E-945A-AB6156462A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250" y="645467"/>
            <a:ext cx="1728000" cy="538105"/>
          </a:xfrm>
          <a:prstGeom prst="rect">
            <a:avLst/>
          </a:prstGeom>
        </p:spPr>
      </p:pic>
      <p:sp>
        <p:nvSpPr>
          <p:cNvPr id="7" name="Заголовок 1">
            <a:extLst>
              <a:ext uri="{FF2B5EF4-FFF2-40B4-BE49-F238E27FC236}">
                <a16:creationId xmlns:a16="http://schemas.microsoft.com/office/drawing/2014/main" id="{C7F1A83E-17D4-4749-89CA-778EAB7BA16C}"/>
              </a:ext>
            </a:extLst>
          </p:cNvPr>
          <p:cNvSpPr>
            <a:spLocks noGrp="1"/>
          </p:cNvSpPr>
          <p:nvPr>
            <p:ph type="ctrTitle"/>
          </p:nvPr>
        </p:nvSpPr>
        <p:spPr>
          <a:xfrm>
            <a:off x="698501" y="2140714"/>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sp>
        <p:nvSpPr>
          <p:cNvPr id="11" name="Прямоугольник 10">
            <a:extLst>
              <a:ext uri="{FF2B5EF4-FFF2-40B4-BE49-F238E27FC236}">
                <a16:creationId xmlns:a16="http://schemas.microsoft.com/office/drawing/2014/main" id="{59FF8722-3078-4A8D-BCFD-2BB8A669ECCE}"/>
              </a:ext>
            </a:extLst>
          </p:cNvPr>
          <p:cNvSpPr/>
          <p:nvPr userDrawn="1"/>
        </p:nvSpPr>
        <p:spPr>
          <a:xfrm>
            <a:off x="809250" y="1988840"/>
            <a:ext cx="1439862" cy="5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3" name="Подзаголовок 2">
            <a:extLst>
              <a:ext uri="{FF2B5EF4-FFF2-40B4-BE49-F238E27FC236}">
                <a16:creationId xmlns:a16="http://schemas.microsoft.com/office/drawing/2014/main" id="{28A4CAEA-BE58-4B1C-B0EF-F7BC6BBCB44E}"/>
              </a:ext>
            </a:extLst>
          </p:cNvPr>
          <p:cNvSpPr>
            <a:spLocks noGrp="1"/>
          </p:cNvSpPr>
          <p:nvPr>
            <p:ph type="subTitle" idx="1" hasCustomPrompt="1"/>
          </p:nvPr>
        </p:nvSpPr>
        <p:spPr>
          <a:xfrm>
            <a:off x="698501" y="5813767"/>
            <a:ext cx="6590924"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14" name="Текст 3">
            <a:extLst>
              <a:ext uri="{FF2B5EF4-FFF2-40B4-BE49-F238E27FC236}">
                <a16:creationId xmlns:a16="http://schemas.microsoft.com/office/drawing/2014/main" id="{E06D1E42-6313-4FCC-AEDD-3353539E5428}"/>
              </a:ext>
            </a:extLst>
          </p:cNvPr>
          <p:cNvSpPr>
            <a:spLocks noGrp="1"/>
          </p:cNvSpPr>
          <p:nvPr>
            <p:ph type="body" sz="quarter" idx="11" hasCustomPrompt="1"/>
          </p:nvPr>
        </p:nvSpPr>
        <p:spPr>
          <a:xfrm>
            <a:off x="698500" y="5355183"/>
            <a:ext cx="6591300"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
        <p:nvSpPr>
          <p:cNvPr id="8" name="Текст 5">
            <a:extLst>
              <a:ext uri="{FF2B5EF4-FFF2-40B4-BE49-F238E27FC236}">
                <a16:creationId xmlns:a16="http://schemas.microsoft.com/office/drawing/2014/main" id="{43572DC5-0836-498F-86E3-A2A78CE89B90}"/>
              </a:ext>
            </a:extLst>
          </p:cNvPr>
          <p:cNvSpPr>
            <a:spLocks noGrp="1"/>
          </p:cNvSpPr>
          <p:nvPr>
            <p:ph type="body" sz="quarter" idx="10"/>
          </p:nvPr>
        </p:nvSpPr>
        <p:spPr>
          <a:xfrm>
            <a:off x="8724292" y="5811025"/>
            <a:ext cx="2051658" cy="577072"/>
          </a:xfrm>
        </p:spPr>
        <p:txBody>
          <a:bodyPr anchor="t">
            <a:noAutofit/>
          </a:bodyPr>
          <a:lstStyle>
            <a:lvl1pPr marL="0" indent="0" algn="r">
              <a:buNone/>
              <a:defRPr sz="1400">
                <a:solidFill>
                  <a:schemeClr val="bg2">
                    <a:alpha val="80000"/>
                  </a:schemeClr>
                </a:solidFill>
              </a:defRPr>
            </a:lvl1pPr>
            <a:lvl2pPr>
              <a:defRPr sz="1600">
                <a:solidFill>
                  <a:schemeClr val="bg2"/>
                </a:solidFill>
              </a:defRPr>
            </a:lvl2pPr>
            <a:lvl3pPr>
              <a:defRPr sz="1600">
                <a:solidFill>
                  <a:schemeClr val="bg2"/>
                </a:solidFill>
              </a:defRPr>
            </a:lvl3pPr>
            <a:lvl4pPr>
              <a:defRPr sz="1600">
                <a:solidFill>
                  <a:schemeClr val="bg2"/>
                </a:solidFill>
              </a:defRPr>
            </a:lvl4pPr>
            <a:lvl5pPr marL="1828800" indent="0">
              <a:buNone/>
              <a:defRPr sz="1600">
                <a:solidFill>
                  <a:schemeClr val="bg2"/>
                </a:solidFill>
              </a:defRPr>
            </a:lvl5pPr>
          </a:lstStyle>
          <a:p>
            <a:pPr lvl="0"/>
            <a:r>
              <a:rPr lang="ru-RU" dirty="0"/>
              <a:t>Образец текста</a:t>
            </a:r>
          </a:p>
        </p:txBody>
      </p:sp>
    </p:spTree>
    <p:extLst>
      <p:ext uri="{BB962C8B-B14F-4D97-AF65-F5344CB8AC3E}">
        <p14:creationId xmlns:p14="http://schemas.microsoft.com/office/powerpoint/2010/main" val="319903566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Титульный слайд">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Прямоугольник 5">
            <a:extLst>
              <a:ext uri="{FF2B5EF4-FFF2-40B4-BE49-F238E27FC236}">
                <a16:creationId xmlns:a16="http://schemas.microsoft.com/office/drawing/2014/main" id="{EF4F7438-0E2A-44B2-9A92-DC7307BC4C6A}"/>
              </a:ext>
            </a:extLst>
          </p:cNvPr>
          <p:cNvSpPr/>
          <p:nvPr userDrawn="1"/>
        </p:nvSpPr>
        <p:spPr>
          <a:xfrm>
            <a:off x="0" y="-1507"/>
            <a:ext cx="9012324" cy="6859507"/>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14" name="Заголовок 1">
            <a:extLst>
              <a:ext uri="{FF2B5EF4-FFF2-40B4-BE49-F238E27FC236}">
                <a16:creationId xmlns:a16="http://schemas.microsoft.com/office/drawing/2014/main" id="{FB11B23D-DEA0-4088-957C-DCA12A42C3FE}"/>
              </a:ext>
            </a:extLst>
          </p:cNvPr>
          <p:cNvSpPr>
            <a:spLocks noGrp="1"/>
          </p:cNvSpPr>
          <p:nvPr>
            <p:ph type="ctrTitle"/>
          </p:nvPr>
        </p:nvSpPr>
        <p:spPr>
          <a:xfrm>
            <a:off x="698501" y="2140714"/>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sp>
        <p:nvSpPr>
          <p:cNvPr id="15" name="Прямоугольник 14">
            <a:extLst>
              <a:ext uri="{FF2B5EF4-FFF2-40B4-BE49-F238E27FC236}">
                <a16:creationId xmlns:a16="http://schemas.microsoft.com/office/drawing/2014/main" id="{0CE2681E-72E0-426D-8765-CD8A01380289}"/>
              </a:ext>
            </a:extLst>
          </p:cNvPr>
          <p:cNvSpPr/>
          <p:nvPr userDrawn="1"/>
        </p:nvSpPr>
        <p:spPr>
          <a:xfrm>
            <a:off x="809250" y="1988840"/>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pic>
        <p:nvPicPr>
          <p:cNvPr id="2" name="Рисунок 1">
            <a:extLst>
              <a:ext uri="{FF2B5EF4-FFF2-40B4-BE49-F238E27FC236}">
                <a16:creationId xmlns:a16="http://schemas.microsoft.com/office/drawing/2014/main" id="{59C4D83C-CF2D-4978-8B56-B5243D1912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442" y="643465"/>
            <a:ext cx="1728000" cy="337263"/>
          </a:xfrm>
          <a:prstGeom prst="rect">
            <a:avLst/>
          </a:prstGeom>
        </p:spPr>
      </p:pic>
      <p:sp>
        <p:nvSpPr>
          <p:cNvPr id="10" name="Подзаголовок 2">
            <a:extLst>
              <a:ext uri="{FF2B5EF4-FFF2-40B4-BE49-F238E27FC236}">
                <a16:creationId xmlns:a16="http://schemas.microsoft.com/office/drawing/2014/main" id="{94776653-CC95-46F5-A4A7-5BBBDD73A0AD}"/>
              </a:ext>
            </a:extLst>
          </p:cNvPr>
          <p:cNvSpPr>
            <a:spLocks noGrp="1"/>
          </p:cNvSpPr>
          <p:nvPr>
            <p:ph type="subTitle" idx="1" hasCustomPrompt="1"/>
          </p:nvPr>
        </p:nvSpPr>
        <p:spPr>
          <a:xfrm>
            <a:off x="698501" y="5813767"/>
            <a:ext cx="6590924"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11" name="Текст 3">
            <a:extLst>
              <a:ext uri="{FF2B5EF4-FFF2-40B4-BE49-F238E27FC236}">
                <a16:creationId xmlns:a16="http://schemas.microsoft.com/office/drawing/2014/main" id="{EE41FA0F-9388-49B9-AEDA-ACEC397A9B93}"/>
              </a:ext>
            </a:extLst>
          </p:cNvPr>
          <p:cNvSpPr>
            <a:spLocks noGrp="1"/>
          </p:cNvSpPr>
          <p:nvPr>
            <p:ph type="body" sz="quarter" idx="11" hasCustomPrompt="1"/>
          </p:nvPr>
        </p:nvSpPr>
        <p:spPr>
          <a:xfrm>
            <a:off x="698500" y="5355183"/>
            <a:ext cx="6591300"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Tree>
    <p:extLst>
      <p:ext uri="{BB962C8B-B14F-4D97-AF65-F5344CB8AC3E}">
        <p14:creationId xmlns:p14="http://schemas.microsoft.com/office/powerpoint/2010/main" val="31863308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Титульный слайд">
    <p:bg>
      <p:bgPr>
        <a:solidFill>
          <a:schemeClr val="accent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409CE1-7D26-496D-BD90-82FB414B63BD}"/>
              </a:ext>
            </a:extLst>
          </p:cNvPr>
          <p:cNvSpPr>
            <a:spLocks noGrp="1"/>
          </p:cNvSpPr>
          <p:nvPr>
            <p:ph type="ctrTitle"/>
          </p:nvPr>
        </p:nvSpPr>
        <p:spPr>
          <a:xfrm>
            <a:off x="695325" y="699909"/>
            <a:ext cx="6590924" cy="2513067"/>
          </a:xfrm>
        </p:spPr>
        <p:txBody>
          <a:bodyPr anchor="t">
            <a:normAutofit/>
          </a:bodyPr>
          <a:lstStyle>
            <a:lvl1pPr algn="l">
              <a:lnSpc>
                <a:spcPct val="90000"/>
              </a:lnSpc>
              <a:defRPr sz="4800" b="0">
                <a:solidFill>
                  <a:schemeClr val="bg2"/>
                </a:solidFill>
              </a:defRPr>
            </a:lvl1pPr>
          </a:lstStyle>
          <a:p>
            <a:r>
              <a:rPr lang="ru-RU" dirty="0"/>
              <a:t>Образец заголовка</a:t>
            </a:r>
          </a:p>
        </p:txBody>
      </p:sp>
      <p:pic>
        <p:nvPicPr>
          <p:cNvPr id="4" name="Рисунок 3">
            <a:extLst>
              <a:ext uri="{FF2B5EF4-FFF2-40B4-BE49-F238E27FC236}">
                <a16:creationId xmlns:a16="http://schemas.microsoft.com/office/drawing/2014/main" id="{ABB8C9EC-213E-441A-9F22-D162DD83093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11472"/>
          <a:stretch/>
        </p:blipFill>
        <p:spPr>
          <a:xfrm>
            <a:off x="6100086" y="3212976"/>
            <a:ext cx="6091914" cy="2513067"/>
          </a:xfrm>
          <a:prstGeom prst="rect">
            <a:avLst/>
          </a:prstGeom>
        </p:spPr>
      </p:pic>
      <p:sp>
        <p:nvSpPr>
          <p:cNvPr id="9" name="Прямоугольник 8">
            <a:extLst>
              <a:ext uri="{FF2B5EF4-FFF2-40B4-BE49-F238E27FC236}">
                <a16:creationId xmlns:a16="http://schemas.microsoft.com/office/drawing/2014/main" id="{B91CAE43-7547-4700-9E71-F52B8D82F1D6}"/>
              </a:ext>
            </a:extLst>
          </p:cNvPr>
          <p:cNvSpPr/>
          <p:nvPr userDrawn="1"/>
        </p:nvSpPr>
        <p:spPr>
          <a:xfrm>
            <a:off x="806074" y="548035"/>
            <a:ext cx="1439862" cy="5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n>
                <a:noFill/>
              </a:ln>
            </a:endParaRPr>
          </a:p>
        </p:txBody>
      </p:sp>
      <p:pic>
        <p:nvPicPr>
          <p:cNvPr id="5" name="Рисунок 4">
            <a:extLst>
              <a:ext uri="{FF2B5EF4-FFF2-40B4-BE49-F238E27FC236}">
                <a16:creationId xmlns:a16="http://schemas.microsoft.com/office/drawing/2014/main" id="{7978C2D0-D625-44C8-A543-D701184532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650888" y="6093320"/>
            <a:ext cx="1112400" cy="217113"/>
          </a:xfrm>
          <a:prstGeom prst="rect">
            <a:avLst/>
          </a:prstGeom>
        </p:spPr>
      </p:pic>
      <p:sp>
        <p:nvSpPr>
          <p:cNvPr id="13" name="Подзаголовок 2">
            <a:extLst>
              <a:ext uri="{FF2B5EF4-FFF2-40B4-BE49-F238E27FC236}">
                <a16:creationId xmlns:a16="http://schemas.microsoft.com/office/drawing/2014/main" id="{B1D7E91A-1178-4AA2-BF8D-1607FCEEFF9C}"/>
              </a:ext>
            </a:extLst>
          </p:cNvPr>
          <p:cNvSpPr>
            <a:spLocks noGrp="1"/>
          </p:cNvSpPr>
          <p:nvPr>
            <p:ph type="subTitle" idx="1" hasCustomPrompt="1"/>
          </p:nvPr>
        </p:nvSpPr>
        <p:spPr>
          <a:xfrm>
            <a:off x="698501" y="5813767"/>
            <a:ext cx="5397499" cy="577072"/>
          </a:xfrm>
        </p:spPr>
        <p:txBody>
          <a:bodyPr anchor="t">
            <a:normAutofit/>
          </a:bodyPr>
          <a:lstStyle>
            <a:lvl1pPr marL="0" indent="0" algn="l">
              <a:lnSpc>
                <a:spcPct val="100000"/>
              </a:lnSpc>
              <a:spcBef>
                <a:spcPts val="0"/>
              </a:spcBef>
              <a:spcAft>
                <a:spcPts val="600"/>
              </a:spcAft>
              <a:buNone/>
              <a:defRPr sz="14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Должность</a:t>
            </a:r>
          </a:p>
        </p:txBody>
      </p:sp>
      <p:sp>
        <p:nvSpPr>
          <p:cNvPr id="14" name="Текст 3">
            <a:extLst>
              <a:ext uri="{FF2B5EF4-FFF2-40B4-BE49-F238E27FC236}">
                <a16:creationId xmlns:a16="http://schemas.microsoft.com/office/drawing/2014/main" id="{A5744B41-2E44-4959-80AE-3DC8574BD631}"/>
              </a:ext>
            </a:extLst>
          </p:cNvPr>
          <p:cNvSpPr>
            <a:spLocks noGrp="1"/>
          </p:cNvSpPr>
          <p:nvPr>
            <p:ph type="body" sz="quarter" idx="11" hasCustomPrompt="1"/>
          </p:nvPr>
        </p:nvSpPr>
        <p:spPr>
          <a:xfrm>
            <a:off x="698500" y="5355183"/>
            <a:ext cx="5397807" cy="374501"/>
          </a:xfrm>
        </p:spPr>
        <p:txBody>
          <a:bodyPr>
            <a:normAutofit/>
          </a:bodyPr>
          <a:lstStyle>
            <a:lvl1pPr>
              <a:buNone/>
              <a:defRPr lang="ru-RU" sz="1800" kern="1200" spc="0" baseline="0" dirty="0">
                <a:solidFill>
                  <a:schemeClr val="bg2">
                    <a:alpha val="80000"/>
                  </a:schemeClr>
                </a:solidFill>
                <a:latin typeface="+mn-lt"/>
                <a:ea typeface="+mn-ea"/>
                <a:cs typeface="+mn-cs"/>
              </a:defRPr>
            </a:lvl1pPr>
          </a:lstStyle>
          <a:p>
            <a:pPr marL="228600" marR="0" lvl="0" indent="-228600" algn="l" defTabSz="914400" rtl="0" eaLnBrk="1" fontAlgn="auto" latinLnBrk="0" hangingPunct="1">
              <a:lnSpc>
                <a:spcPct val="90000"/>
              </a:lnSpc>
              <a:spcBef>
                <a:spcPts val="0"/>
              </a:spcBef>
              <a:spcAft>
                <a:spcPts val="600"/>
              </a:spcAft>
              <a:buClrTx/>
              <a:buSzTx/>
              <a:tabLst/>
              <a:defRPr/>
            </a:pPr>
            <a:r>
              <a:rPr lang="ru-RU" dirty="0"/>
              <a:t>Имя Фамилия</a:t>
            </a:r>
          </a:p>
        </p:txBody>
      </p:sp>
    </p:spTree>
    <p:extLst>
      <p:ext uri="{BB962C8B-B14F-4D97-AF65-F5344CB8AC3E}">
        <p14:creationId xmlns:p14="http://schemas.microsoft.com/office/powerpoint/2010/main" val="141517473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Титульный слайд">
    <p:bg>
      <p:bgPr>
        <a:solidFill>
          <a:schemeClr val="accent1"/>
        </a:solidFill>
        <a:effectLst/>
      </p:bgPr>
    </p:bg>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A461CCFF-C88D-420B-8A91-ED774B722BFF}"/>
              </a:ext>
            </a:extLst>
          </p:cNvPr>
          <p:cNvSpPr>
            <a:spLocks noGrp="1"/>
          </p:cNvSpPr>
          <p:nvPr>
            <p:ph type="subTitle" idx="1" hasCustomPrompt="1"/>
          </p:nvPr>
        </p:nvSpPr>
        <p:spPr>
          <a:xfrm>
            <a:off x="701407" y="4437112"/>
            <a:ext cx="7020193" cy="1800548"/>
          </a:xfrm>
        </p:spPr>
        <p:txBody>
          <a:bodyPr anchor="b">
            <a:normAutofit/>
          </a:bodyPr>
          <a:lstStyle>
            <a:lvl1pPr marL="0" indent="0" algn="l">
              <a:lnSpc>
                <a:spcPct val="100000"/>
              </a:lnSpc>
              <a:spcBef>
                <a:spcPts val="0"/>
              </a:spcBef>
              <a:buNone/>
              <a:defRPr sz="18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Контактная информация</a:t>
            </a:r>
          </a:p>
        </p:txBody>
      </p:sp>
      <p:sp>
        <p:nvSpPr>
          <p:cNvPr id="7" name="Заголовок 9">
            <a:extLst>
              <a:ext uri="{FF2B5EF4-FFF2-40B4-BE49-F238E27FC236}">
                <a16:creationId xmlns:a16="http://schemas.microsoft.com/office/drawing/2014/main" id="{E5EB88BC-A2BE-4060-BE7A-95F3F14BABEB}"/>
              </a:ext>
            </a:extLst>
          </p:cNvPr>
          <p:cNvSpPr>
            <a:spLocks noGrp="1"/>
          </p:cNvSpPr>
          <p:nvPr>
            <p:ph type="title"/>
          </p:nvPr>
        </p:nvSpPr>
        <p:spPr>
          <a:xfrm>
            <a:off x="701407" y="3609020"/>
            <a:ext cx="10440000" cy="539464"/>
          </a:xfrm>
        </p:spPr>
        <p:txBody>
          <a:bodyPr>
            <a:noAutofit/>
          </a:bodyPr>
          <a:lstStyle>
            <a:lvl1pPr>
              <a:defRPr sz="4000" b="0">
                <a:solidFill>
                  <a:schemeClr val="bg2"/>
                </a:solidFill>
              </a:defRPr>
            </a:lvl1pPr>
          </a:lstStyle>
          <a:p>
            <a:r>
              <a:rPr lang="ru-RU" dirty="0"/>
              <a:t>Образец заголовка</a:t>
            </a:r>
          </a:p>
        </p:txBody>
      </p:sp>
      <p:sp>
        <p:nvSpPr>
          <p:cNvPr id="6" name="Прямоугольник 5">
            <a:extLst>
              <a:ext uri="{FF2B5EF4-FFF2-40B4-BE49-F238E27FC236}">
                <a16:creationId xmlns:a16="http://schemas.microsoft.com/office/drawing/2014/main" id="{A527D251-71BB-447B-8D4C-F2EF79BFDE79}"/>
              </a:ext>
            </a:extLst>
          </p:cNvPr>
          <p:cNvSpPr/>
          <p:nvPr userDrawn="1"/>
        </p:nvSpPr>
        <p:spPr>
          <a:xfrm>
            <a:off x="774023" y="3392996"/>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2" name="Рисунок 1">
            <a:extLst>
              <a:ext uri="{FF2B5EF4-FFF2-40B4-BE49-F238E27FC236}">
                <a16:creationId xmlns:a16="http://schemas.microsoft.com/office/drawing/2014/main" id="{D2A15870-45FA-4DEC-B532-350A24A272C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442" y="643465"/>
            <a:ext cx="1728000" cy="337263"/>
          </a:xfrm>
          <a:prstGeom prst="rect">
            <a:avLst/>
          </a:prstGeom>
        </p:spPr>
      </p:pic>
    </p:spTree>
    <p:extLst>
      <p:ext uri="{BB962C8B-B14F-4D97-AF65-F5344CB8AC3E}">
        <p14:creationId xmlns:p14="http://schemas.microsoft.com/office/powerpoint/2010/main" val="6500185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Титульный слайд">
    <p:bg>
      <p:bgPr>
        <a:solidFill>
          <a:schemeClr val="accent1"/>
        </a:solidFill>
        <a:effectLst/>
      </p:bgPr>
    </p:bg>
    <p:spTree>
      <p:nvGrpSpPr>
        <p:cNvPr id="1" name=""/>
        <p:cNvGrpSpPr/>
        <p:nvPr/>
      </p:nvGrpSpPr>
      <p:grpSpPr>
        <a:xfrm>
          <a:off x="0" y="0"/>
          <a:ext cx="0" cy="0"/>
          <a:chOff x="0" y="0"/>
          <a:chExt cx="0" cy="0"/>
        </a:xfrm>
      </p:grpSpPr>
      <p:sp>
        <p:nvSpPr>
          <p:cNvPr id="7" name="Заголовок 9">
            <a:extLst>
              <a:ext uri="{FF2B5EF4-FFF2-40B4-BE49-F238E27FC236}">
                <a16:creationId xmlns:a16="http://schemas.microsoft.com/office/drawing/2014/main" id="{E5EB88BC-A2BE-4060-BE7A-95F3F14BABEB}"/>
              </a:ext>
            </a:extLst>
          </p:cNvPr>
          <p:cNvSpPr>
            <a:spLocks noGrp="1"/>
          </p:cNvSpPr>
          <p:nvPr>
            <p:ph type="title"/>
          </p:nvPr>
        </p:nvSpPr>
        <p:spPr>
          <a:xfrm>
            <a:off x="701407" y="3609020"/>
            <a:ext cx="10440000" cy="539464"/>
          </a:xfrm>
        </p:spPr>
        <p:txBody>
          <a:bodyPr>
            <a:noAutofit/>
          </a:bodyPr>
          <a:lstStyle>
            <a:lvl1pPr>
              <a:defRPr sz="4000" b="0">
                <a:solidFill>
                  <a:schemeClr val="bg2"/>
                </a:solidFill>
              </a:defRPr>
            </a:lvl1pPr>
          </a:lstStyle>
          <a:p>
            <a:r>
              <a:rPr lang="ru-RU" dirty="0"/>
              <a:t>Образец заголовка</a:t>
            </a:r>
          </a:p>
        </p:txBody>
      </p:sp>
      <p:sp>
        <p:nvSpPr>
          <p:cNvPr id="6" name="Прямоугольник 5">
            <a:extLst>
              <a:ext uri="{FF2B5EF4-FFF2-40B4-BE49-F238E27FC236}">
                <a16:creationId xmlns:a16="http://schemas.microsoft.com/office/drawing/2014/main" id="{A527D251-71BB-447B-8D4C-F2EF79BFDE79}"/>
              </a:ext>
            </a:extLst>
          </p:cNvPr>
          <p:cNvSpPr/>
          <p:nvPr userDrawn="1"/>
        </p:nvSpPr>
        <p:spPr>
          <a:xfrm>
            <a:off x="774023" y="3392996"/>
            <a:ext cx="1439862" cy="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 name="Рисунок 3">
            <a:extLst>
              <a:ext uri="{FF2B5EF4-FFF2-40B4-BE49-F238E27FC236}">
                <a16:creationId xmlns:a16="http://schemas.microsoft.com/office/drawing/2014/main" id="{C9B89933-94F3-4224-B531-7AC083733E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250" y="645467"/>
            <a:ext cx="1728000" cy="538105"/>
          </a:xfrm>
          <a:prstGeom prst="rect">
            <a:avLst/>
          </a:prstGeom>
        </p:spPr>
      </p:pic>
      <p:sp>
        <p:nvSpPr>
          <p:cNvPr id="8" name="Подзаголовок 2">
            <a:extLst>
              <a:ext uri="{FF2B5EF4-FFF2-40B4-BE49-F238E27FC236}">
                <a16:creationId xmlns:a16="http://schemas.microsoft.com/office/drawing/2014/main" id="{3B331E04-ECB2-4DB4-AF52-39246CA2F27F}"/>
              </a:ext>
            </a:extLst>
          </p:cNvPr>
          <p:cNvSpPr>
            <a:spLocks noGrp="1"/>
          </p:cNvSpPr>
          <p:nvPr>
            <p:ph type="subTitle" idx="1" hasCustomPrompt="1"/>
          </p:nvPr>
        </p:nvSpPr>
        <p:spPr>
          <a:xfrm>
            <a:off x="701407" y="4437112"/>
            <a:ext cx="7020193" cy="1800548"/>
          </a:xfrm>
        </p:spPr>
        <p:txBody>
          <a:bodyPr anchor="b">
            <a:normAutofit/>
          </a:bodyPr>
          <a:lstStyle>
            <a:lvl1pPr marL="0" indent="0" algn="l">
              <a:lnSpc>
                <a:spcPct val="100000"/>
              </a:lnSpc>
              <a:spcBef>
                <a:spcPts val="0"/>
              </a:spcBef>
              <a:buNone/>
              <a:defRPr sz="1800">
                <a:solidFill>
                  <a:schemeClr val="bg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Контактная информация</a:t>
            </a:r>
          </a:p>
        </p:txBody>
      </p:sp>
    </p:spTree>
    <p:extLst>
      <p:ext uri="{BB962C8B-B14F-4D97-AF65-F5344CB8AC3E}">
        <p14:creationId xmlns:p14="http://schemas.microsoft.com/office/powerpoint/2010/main" val="44492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7" Type="http://schemas.openxmlformats.org/officeDocument/2006/relationships/theme" Target="../theme/theme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D54754-ED6D-47CC-8A6E-A61EE87C3126}"/>
              </a:ext>
            </a:extLst>
          </p:cNvPr>
          <p:cNvSpPr>
            <a:spLocks noGrp="1"/>
          </p:cNvSpPr>
          <p:nvPr>
            <p:ph type="title"/>
          </p:nvPr>
        </p:nvSpPr>
        <p:spPr>
          <a:xfrm>
            <a:off x="695325" y="549275"/>
            <a:ext cx="10515600" cy="965201"/>
          </a:xfrm>
          <a:prstGeom prst="rect">
            <a:avLst/>
          </a:prstGeom>
        </p:spPr>
        <p:txBody>
          <a:bodyPr vert="horz" lIns="91440" tIns="45720" rIns="91440" bIns="45720" rtlCol="0" anchor="t">
            <a:normAutofit/>
          </a:bodyPr>
          <a:lstStyle/>
          <a:p>
            <a:r>
              <a:rPr lang="ru-RU" dirty="0"/>
              <a:t>Образец заголовка</a:t>
            </a:r>
          </a:p>
        </p:txBody>
      </p:sp>
      <p:sp>
        <p:nvSpPr>
          <p:cNvPr id="3" name="Текст 2">
            <a:extLst>
              <a:ext uri="{FF2B5EF4-FFF2-40B4-BE49-F238E27FC236}">
                <a16:creationId xmlns:a16="http://schemas.microsoft.com/office/drawing/2014/main" id="{BABD43BB-83CE-4D73-9BFC-7679F40ABE65}"/>
              </a:ext>
            </a:extLst>
          </p:cNvPr>
          <p:cNvSpPr>
            <a:spLocks noGrp="1"/>
          </p:cNvSpPr>
          <p:nvPr>
            <p:ph type="body" idx="1"/>
          </p:nvPr>
        </p:nvSpPr>
        <p:spPr>
          <a:xfrm>
            <a:off x="695326" y="1653309"/>
            <a:ext cx="10515600" cy="4523654"/>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F5C73923-D2C1-4558-A1D6-34A367B072E3}"/>
              </a:ext>
            </a:extLst>
          </p:cNvPr>
          <p:cNvSpPr>
            <a:spLocks noGrp="1"/>
          </p:cNvSpPr>
          <p:nvPr>
            <p:ph type="dt" sz="half" idx="2"/>
          </p:nvPr>
        </p:nvSpPr>
        <p:spPr>
          <a:xfrm>
            <a:off x="695325" y="6356350"/>
            <a:ext cx="2743200" cy="365125"/>
          </a:xfrm>
          <a:prstGeom prst="rect">
            <a:avLst/>
          </a:prstGeom>
        </p:spPr>
        <p:txBody>
          <a:bodyPr vert="horz" lIns="91440" tIns="45720" rIns="91440" bIns="45720" rtlCol="0" anchor="ctr"/>
          <a:lstStyle>
            <a:lvl1pPr algn="l">
              <a:defRPr sz="1200" spc="0" baseline="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D80726F6-D147-4FC3-9CA2-CFA422A5D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spc="0" baseline="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9CCA6778-DA96-4D36-9A03-CFB3811B96C0}"/>
              </a:ext>
            </a:extLst>
          </p:cNvPr>
          <p:cNvSpPr>
            <a:spLocks noGrp="1"/>
          </p:cNvSpPr>
          <p:nvPr>
            <p:ph type="sldNum" sz="quarter" idx="4"/>
          </p:nvPr>
        </p:nvSpPr>
        <p:spPr>
          <a:xfrm>
            <a:off x="8467725" y="6356350"/>
            <a:ext cx="2743200" cy="365125"/>
          </a:xfrm>
          <a:prstGeom prst="rect">
            <a:avLst/>
          </a:prstGeom>
        </p:spPr>
        <p:txBody>
          <a:bodyPr vert="horz" lIns="91440" tIns="45720" rIns="91440" bIns="45720" rtlCol="0" anchor="ctr"/>
          <a:lstStyle>
            <a:lvl1pPr algn="r">
              <a:defRPr sz="1200" spc="0" baseline="0">
                <a:solidFill>
                  <a:schemeClr val="tx1">
                    <a:tint val="75000"/>
                  </a:schemeClr>
                </a:solidFill>
              </a:defRPr>
            </a:lvl1pPr>
          </a:lstStyle>
          <a:p>
            <a:fld id="{FB812FAF-3CBF-4E44-A89D-4A3292A74CD9}" type="slidenum">
              <a:rPr lang="ru-RU" smtClean="0"/>
              <a:pPr/>
              <a:t>‹#›</a:t>
            </a:fld>
            <a:endParaRPr lang="ru-RU"/>
          </a:p>
        </p:txBody>
      </p:sp>
    </p:spTree>
    <p:extLst>
      <p:ext uri="{BB962C8B-B14F-4D97-AF65-F5344CB8AC3E}">
        <p14:creationId xmlns:p14="http://schemas.microsoft.com/office/powerpoint/2010/main" val="1687296850"/>
      </p:ext>
    </p:extLst>
  </p:cSld>
  <p:clrMap bg1="lt1" tx1="dk1" bg2="lt2" tx2="dk2" accent1="accent1" accent2="accent2" accent3="accent3" accent4="accent4" accent5="accent5" accent6="accent6" hlink="hlink" folHlink="folHlink"/>
  <p:sldLayoutIdLst>
    <p:sldLayoutId id="2147483652" r:id="rId1"/>
    <p:sldLayoutId id="2147483734" r:id="rId2"/>
    <p:sldLayoutId id="2147483718" r:id="rId3"/>
    <p:sldLayoutId id="2147483754" r:id="rId4"/>
    <p:sldLayoutId id="2147483755" r:id="rId5"/>
    <p:sldLayoutId id="2147483722" r:id="rId6"/>
    <p:sldLayoutId id="2147483723" r:id="rId7"/>
    <p:sldLayoutId id="2147483750" r:id="rId8"/>
    <p:sldLayoutId id="2147483741" r:id="rId9"/>
    <p:sldLayoutId id="2147483724" r:id="rId10"/>
    <p:sldLayoutId id="2147483736" r:id="rId11"/>
    <p:sldLayoutId id="2147483745" r:id="rId12"/>
    <p:sldLayoutId id="2147483746" r:id="rId13"/>
    <p:sldLayoutId id="2147483654" r:id="rId14"/>
    <p:sldLayoutId id="2147483721" r:id="rId15"/>
    <p:sldLayoutId id="2147483732" r:id="rId16"/>
    <p:sldLayoutId id="2147483740" r:id="rId17"/>
    <p:sldLayoutId id="2147483717" r:id="rId18"/>
    <p:sldLayoutId id="2147483747" r:id="rId19"/>
    <p:sldLayoutId id="2147483675" r:id="rId20"/>
    <p:sldLayoutId id="2147483748" r:id="rId21"/>
    <p:sldLayoutId id="2147483744" r:id="rId22"/>
    <p:sldLayoutId id="2147483749" r:id="rId23"/>
  </p:sldLayoutIdLst>
  <p:hf sldNum="0" hdr="0" ftr="0"/>
  <p:txStyles>
    <p:titleStyle>
      <a:lvl1pPr algn="l" defTabSz="914400" rtl="0" eaLnBrk="1" latinLnBrk="0" hangingPunct="1">
        <a:lnSpc>
          <a:spcPct val="90000"/>
        </a:lnSpc>
        <a:spcBef>
          <a:spcPct val="0"/>
        </a:spcBef>
        <a:buNone/>
        <a:defRPr sz="2400" b="1" kern="1200" spc="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F26B43"/>
          </p15:clr>
        </p15:guide>
        <p15:guide id="2" pos="438" userDrawn="1">
          <p15:clr>
            <a:srgbClr val="F26B43"/>
          </p15:clr>
        </p15:guide>
        <p15:guide id="3" pos="892" userDrawn="1">
          <p15:clr>
            <a:srgbClr val="F26B43"/>
          </p15:clr>
        </p15:guide>
        <p15:guide id="4" pos="1346" userDrawn="1">
          <p15:clr>
            <a:srgbClr val="F26B43"/>
          </p15:clr>
        </p15:guide>
        <p15:guide id="5" pos="1799" userDrawn="1">
          <p15:clr>
            <a:srgbClr val="F26B43"/>
          </p15:clr>
        </p15:guide>
        <p15:guide id="6" pos="2253" userDrawn="1">
          <p15:clr>
            <a:srgbClr val="F26B43"/>
          </p15:clr>
        </p15:guide>
        <p15:guide id="7" pos="2706" userDrawn="1">
          <p15:clr>
            <a:srgbClr val="F26B43"/>
          </p15:clr>
        </p15:guide>
        <p15:guide id="8" pos="3160" userDrawn="1">
          <p15:clr>
            <a:srgbClr val="F26B43"/>
          </p15:clr>
        </p15:guide>
        <p15:guide id="9" pos="3613" userDrawn="1">
          <p15:clr>
            <a:srgbClr val="F26B43"/>
          </p15:clr>
        </p15:guide>
        <p15:guide id="10" pos="4067" userDrawn="1">
          <p15:clr>
            <a:srgbClr val="F26B43"/>
          </p15:clr>
        </p15:guide>
        <p15:guide id="11" pos="4520" userDrawn="1">
          <p15:clr>
            <a:srgbClr val="F26B43"/>
          </p15:clr>
        </p15:guide>
        <p15:guide id="12" pos="4974" userDrawn="1">
          <p15:clr>
            <a:srgbClr val="F26B43"/>
          </p15:clr>
        </p15:guide>
        <p15:guide id="13" pos="5427" userDrawn="1">
          <p15:clr>
            <a:srgbClr val="F26B43"/>
          </p15:clr>
        </p15:guide>
        <p15:guide id="14" pos="5881" userDrawn="1">
          <p15:clr>
            <a:srgbClr val="F26B43"/>
          </p15:clr>
        </p15:guide>
        <p15:guide id="15" pos="6334" userDrawn="1">
          <p15:clr>
            <a:srgbClr val="F26B43"/>
          </p15:clr>
        </p15:guide>
        <p15:guide id="16" pos="6788" userDrawn="1">
          <p15:clr>
            <a:srgbClr val="F26B43"/>
          </p15:clr>
        </p15:guide>
        <p15:guide id="17" pos="7242" userDrawn="1">
          <p15:clr>
            <a:srgbClr val="F26B43"/>
          </p15:clr>
        </p15:guide>
        <p15:guide id="18" orient="horz" pos="799" userDrawn="1">
          <p15:clr>
            <a:srgbClr val="F26B43"/>
          </p15:clr>
        </p15:guide>
        <p15:guide id="19" orient="horz" pos="1253" userDrawn="1">
          <p15:clr>
            <a:srgbClr val="F26B43"/>
          </p15:clr>
        </p15:guide>
        <p15:guide id="20" orient="horz" pos="1706" userDrawn="1">
          <p15:clr>
            <a:srgbClr val="F26B43"/>
          </p15:clr>
        </p15:guide>
        <p15:guide id="21" orient="horz" pos="2160" userDrawn="1">
          <p15:clr>
            <a:srgbClr val="F26B43"/>
          </p15:clr>
        </p15:guide>
        <p15:guide id="22" orient="horz" pos="2614" userDrawn="1">
          <p15:clr>
            <a:srgbClr val="F26B43"/>
          </p15:clr>
        </p15:guide>
        <p15:guide id="23" orient="horz" pos="3067" userDrawn="1">
          <p15:clr>
            <a:srgbClr val="F26B43"/>
          </p15:clr>
        </p15:guide>
        <p15:guide id="24" orient="horz" pos="3521" userDrawn="1">
          <p15:clr>
            <a:srgbClr val="F26B43"/>
          </p15:clr>
        </p15:guide>
        <p15:guide id="25" orient="horz" pos="3974" userDrawn="1">
          <p15:clr>
            <a:srgbClr val="F26B43"/>
          </p15:clr>
        </p15:guide>
        <p15:guide id="26" pos="3386" userDrawn="1">
          <p15:clr>
            <a:srgbClr val="F26B43"/>
          </p15:clr>
        </p15:guide>
        <p15:guide id="27" pos="2933" userDrawn="1">
          <p15:clr>
            <a:srgbClr val="F26B43"/>
          </p15:clr>
        </p15:guide>
        <p15:guide id="28" pos="2479" userDrawn="1">
          <p15:clr>
            <a:srgbClr val="F26B43"/>
          </p15:clr>
        </p15:guide>
        <p15:guide id="29" pos="2026" userDrawn="1">
          <p15:clr>
            <a:srgbClr val="F26B43"/>
          </p15:clr>
        </p15:guide>
        <p15:guide id="30" pos="1572" userDrawn="1">
          <p15:clr>
            <a:srgbClr val="F26B43"/>
          </p15:clr>
        </p15:guide>
        <p15:guide id="31" pos="1119" userDrawn="1">
          <p15:clr>
            <a:srgbClr val="F26B43"/>
          </p15:clr>
        </p15:guide>
        <p15:guide id="32" pos="665" userDrawn="1">
          <p15:clr>
            <a:srgbClr val="F26B43"/>
          </p15:clr>
        </p15:guide>
        <p15:guide id="33" pos="212" userDrawn="1">
          <p15:clr>
            <a:srgbClr val="F26B43"/>
          </p15:clr>
        </p15:guide>
        <p15:guide id="34" orient="horz" pos="1480" userDrawn="1">
          <p15:clr>
            <a:srgbClr val="F26B43"/>
          </p15:clr>
        </p15:guide>
        <p15:guide id="35" orient="horz" pos="1026" userDrawn="1">
          <p15:clr>
            <a:srgbClr val="F26B43"/>
          </p15:clr>
        </p15:guide>
        <p15:guide id="36" pos="3840" userDrawn="1">
          <p15:clr>
            <a:srgbClr val="F26B43"/>
          </p15:clr>
        </p15:guide>
        <p15:guide id="37" pos="4294" userDrawn="1">
          <p15:clr>
            <a:srgbClr val="F26B43"/>
          </p15:clr>
        </p15:guide>
        <p15:guide id="38" pos="4747" userDrawn="1">
          <p15:clr>
            <a:srgbClr val="F26B43"/>
          </p15:clr>
        </p15:guide>
        <p15:guide id="39" pos="5201" userDrawn="1">
          <p15:clr>
            <a:srgbClr val="F26B43"/>
          </p15:clr>
        </p15:guide>
        <p15:guide id="40" pos="5654" userDrawn="1">
          <p15:clr>
            <a:srgbClr val="F26B43"/>
          </p15:clr>
        </p15:guide>
        <p15:guide id="41" pos="6108" userDrawn="1">
          <p15:clr>
            <a:srgbClr val="F26B43"/>
          </p15:clr>
        </p15:guide>
        <p15:guide id="42" pos="6561" userDrawn="1">
          <p15:clr>
            <a:srgbClr val="F26B43"/>
          </p15:clr>
        </p15:guide>
        <p15:guide id="43" pos="7015" userDrawn="1">
          <p15:clr>
            <a:srgbClr val="F26B43"/>
          </p15:clr>
        </p15:guide>
        <p15:guide id="44" pos="7468" userDrawn="1">
          <p15:clr>
            <a:srgbClr val="F26B43"/>
          </p15:clr>
        </p15:guide>
        <p15:guide id="45" orient="horz" pos="573" userDrawn="1">
          <p15:clr>
            <a:srgbClr val="F26B43"/>
          </p15:clr>
        </p15:guide>
        <p15:guide id="46" orient="horz" pos="119" userDrawn="1">
          <p15:clr>
            <a:srgbClr val="F26B43"/>
          </p15:clr>
        </p15:guide>
        <p15:guide id="47" orient="horz" pos="1933" userDrawn="1">
          <p15:clr>
            <a:srgbClr val="F26B43"/>
          </p15:clr>
        </p15:guide>
        <p15:guide id="48" orient="horz" pos="2387" userDrawn="1">
          <p15:clr>
            <a:srgbClr val="F26B43"/>
          </p15:clr>
        </p15:guide>
        <p15:guide id="49" orient="horz" pos="2840" userDrawn="1">
          <p15:clr>
            <a:srgbClr val="F26B43"/>
          </p15:clr>
        </p15:guide>
        <p15:guide id="50" orient="horz" pos="3294" userDrawn="1">
          <p15:clr>
            <a:srgbClr val="F26B43"/>
          </p15:clr>
        </p15:guide>
        <p15:guide id="51" orient="horz" pos="3747" userDrawn="1">
          <p15:clr>
            <a:srgbClr val="F26B43"/>
          </p15:clr>
        </p15:guide>
        <p15:guide id="52" orient="horz" pos="420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D54754-ED6D-47CC-8A6E-A61EE87C3126}"/>
              </a:ext>
            </a:extLst>
          </p:cNvPr>
          <p:cNvSpPr>
            <a:spLocks noGrp="1"/>
          </p:cNvSpPr>
          <p:nvPr>
            <p:ph type="title"/>
          </p:nvPr>
        </p:nvSpPr>
        <p:spPr>
          <a:xfrm>
            <a:off x="838200" y="681037"/>
            <a:ext cx="10515600" cy="965201"/>
          </a:xfrm>
          <a:prstGeom prst="rect">
            <a:avLst/>
          </a:prstGeom>
        </p:spPr>
        <p:txBody>
          <a:bodyPr vert="horz" lIns="91440" tIns="45720" rIns="91440" bIns="45720" rtlCol="0" anchor="t">
            <a:normAutofit/>
          </a:bodyPr>
          <a:lstStyle/>
          <a:p>
            <a:r>
              <a:rPr lang="ru-RU" dirty="0"/>
              <a:t>Образец заголовка</a:t>
            </a:r>
          </a:p>
        </p:txBody>
      </p:sp>
      <p:sp>
        <p:nvSpPr>
          <p:cNvPr id="3" name="Текст 2">
            <a:extLst>
              <a:ext uri="{FF2B5EF4-FFF2-40B4-BE49-F238E27FC236}">
                <a16:creationId xmlns:a16="http://schemas.microsoft.com/office/drawing/2014/main" id="{BABD43BB-83CE-4D73-9BFC-7679F40ABE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F5C73923-D2C1-4558-A1D6-34A367B07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0" baseline="0">
                <a:solidFill>
                  <a:schemeClr val="tx1">
                    <a:tint val="75000"/>
                  </a:schemeClr>
                </a:solidFill>
              </a:defRPr>
            </a:lvl1pPr>
          </a:lstStyle>
          <a:p>
            <a:endParaRPr lang="ru-RU" dirty="0"/>
          </a:p>
        </p:txBody>
      </p:sp>
      <p:sp>
        <p:nvSpPr>
          <p:cNvPr id="5" name="Нижний колонтитул 4">
            <a:extLst>
              <a:ext uri="{FF2B5EF4-FFF2-40B4-BE49-F238E27FC236}">
                <a16:creationId xmlns:a16="http://schemas.microsoft.com/office/drawing/2014/main" id="{D80726F6-D147-4FC3-9CA2-CFA422A5D5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spc="0" baseline="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9CCA6778-DA96-4D36-9A03-CFB3811B96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0" baseline="0">
                <a:solidFill>
                  <a:schemeClr val="tx1">
                    <a:tint val="75000"/>
                  </a:schemeClr>
                </a:solidFill>
              </a:defRPr>
            </a:lvl1pPr>
          </a:lstStyle>
          <a:p>
            <a:fld id="{FB812FAF-3CBF-4E44-A89D-4A3292A74CD9}" type="slidenum">
              <a:rPr lang="ru-RU" smtClean="0"/>
              <a:pPr/>
              <a:t>‹#›</a:t>
            </a:fld>
            <a:endParaRPr lang="ru-RU"/>
          </a:p>
        </p:txBody>
      </p:sp>
    </p:spTree>
    <p:extLst>
      <p:ext uri="{BB962C8B-B14F-4D97-AF65-F5344CB8AC3E}">
        <p14:creationId xmlns:p14="http://schemas.microsoft.com/office/powerpoint/2010/main" val="3659133951"/>
      </p:ext>
    </p:extLst>
  </p:cSld>
  <p:clrMap bg1="lt1" tx1="dk1" bg2="lt2" tx2="dk2" accent1="accent1" accent2="accent2" accent3="accent3" accent4="accent4" accent5="accent5" accent6="accent6" hlink="hlink" folHlink="folHlink"/>
  <p:sldLayoutIdLst>
    <p:sldLayoutId id="2147483752" r:id="rId1"/>
    <p:sldLayoutId id="2147483713" r:id="rId2"/>
    <p:sldLayoutId id="2147483719" r:id="rId3"/>
    <p:sldLayoutId id="2147483720" r:id="rId4"/>
    <p:sldLayoutId id="2147483714" r:id="rId5"/>
    <p:sldLayoutId id="2147483753" r:id="rId6"/>
  </p:sldLayoutIdLst>
  <p:hf sldNum="0" hdr="0" ftr="0"/>
  <p:txStyles>
    <p:titleStyle>
      <a:lvl1pPr algn="l" defTabSz="914400" rtl="0" eaLnBrk="1" latinLnBrk="0" hangingPunct="1">
        <a:lnSpc>
          <a:spcPct val="90000"/>
        </a:lnSpc>
        <a:spcBef>
          <a:spcPct val="0"/>
        </a:spcBef>
        <a:buNone/>
        <a:defRPr sz="3200" b="1" kern="1200" spc="0" baseline="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46" userDrawn="1">
          <p15:clr>
            <a:srgbClr val="F26B43"/>
          </p15:clr>
        </p15:guide>
        <p15:guide id="2" pos="3613" userDrawn="1">
          <p15:clr>
            <a:srgbClr val="F26B43"/>
          </p15:clr>
        </p15:guide>
        <p15:guide id="3" pos="3160" userDrawn="1">
          <p15:clr>
            <a:srgbClr val="F26B43"/>
          </p15:clr>
        </p15:guide>
        <p15:guide id="4" pos="2706" userDrawn="1">
          <p15:clr>
            <a:srgbClr val="F26B43"/>
          </p15:clr>
        </p15:guide>
        <p15:guide id="5" pos="2253" userDrawn="1">
          <p15:clr>
            <a:srgbClr val="F26B43"/>
          </p15:clr>
        </p15:guide>
        <p15:guide id="6" pos="1799" userDrawn="1">
          <p15:clr>
            <a:srgbClr val="F26B43"/>
          </p15:clr>
        </p15:guide>
        <p15:guide id="7" pos="1346" userDrawn="1">
          <p15:clr>
            <a:srgbClr val="F26B43"/>
          </p15:clr>
        </p15:guide>
        <p15:guide id="8" pos="892" userDrawn="1">
          <p15:clr>
            <a:srgbClr val="F26B43"/>
          </p15:clr>
        </p15:guide>
        <p15:guide id="9" pos="438" userDrawn="1">
          <p15:clr>
            <a:srgbClr val="F26B43"/>
          </p15:clr>
        </p15:guide>
        <p15:guide id="10" pos="4067" userDrawn="1">
          <p15:clr>
            <a:srgbClr val="F26B43"/>
          </p15:clr>
        </p15:guide>
        <p15:guide id="11" pos="4520" userDrawn="1">
          <p15:clr>
            <a:srgbClr val="F26B43"/>
          </p15:clr>
        </p15:guide>
        <p15:guide id="12" pos="4974" userDrawn="1">
          <p15:clr>
            <a:srgbClr val="F26B43"/>
          </p15:clr>
        </p15:guide>
        <p15:guide id="13" pos="5427" userDrawn="1">
          <p15:clr>
            <a:srgbClr val="F26B43"/>
          </p15:clr>
        </p15:guide>
        <p15:guide id="14" pos="5881" userDrawn="1">
          <p15:clr>
            <a:srgbClr val="F26B43"/>
          </p15:clr>
        </p15:guide>
        <p15:guide id="15" pos="6334" userDrawn="1">
          <p15:clr>
            <a:srgbClr val="F26B43"/>
          </p15:clr>
        </p15:guide>
        <p15:guide id="16" pos="6788" userDrawn="1">
          <p15:clr>
            <a:srgbClr val="F26B43"/>
          </p15:clr>
        </p15:guide>
        <p15:guide id="17" pos="7242" userDrawn="1">
          <p15:clr>
            <a:srgbClr val="F26B43"/>
          </p15:clr>
        </p15:guide>
        <p15:guide id="18" orient="horz" pos="799" userDrawn="1">
          <p15:clr>
            <a:srgbClr val="F26B43"/>
          </p15:clr>
        </p15:guide>
        <p15:guide id="19" orient="horz" pos="1253" userDrawn="1">
          <p15:clr>
            <a:srgbClr val="F26B43"/>
          </p15:clr>
        </p15:guide>
        <p15:guide id="20" orient="horz" pos="1706" userDrawn="1">
          <p15:clr>
            <a:srgbClr val="F26B43"/>
          </p15:clr>
        </p15:guide>
        <p15:guide id="21" orient="horz" pos="2160" userDrawn="1">
          <p15:clr>
            <a:srgbClr val="F26B43"/>
          </p15:clr>
        </p15:guide>
        <p15:guide id="22" orient="horz" pos="2614" userDrawn="1">
          <p15:clr>
            <a:srgbClr val="F26B43"/>
          </p15:clr>
        </p15:guide>
        <p15:guide id="23" orient="horz" pos="3067" userDrawn="1">
          <p15:clr>
            <a:srgbClr val="F26B43"/>
          </p15:clr>
        </p15:guide>
        <p15:guide id="24" orient="horz" pos="3521" userDrawn="1">
          <p15:clr>
            <a:srgbClr val="F26B43"/>
          </p15:clr>
        </p15:guide>
        <p15:guide id="25" orient="horz" pos="3974" userDrawn="1">
          <p15:clr>
            <a:srgbClr val="F26B43"/>
          </p15:clr>
        </p15:guide>
        <p15:guide id="26" orient="horz" pos="573" userDrawn="1">
          <p15:clr>
            <a:srgbClr val="F26B43"/>
          </p15:clr>
        </p15:guide>
        <p15:guide id="27" orient="horz" pos="1026" userDrawn="1">
          <p15:clr>
            <a:srgbClr val="F26B43"/>
          </p15:clr>
        </p15:guide>
        <p15:guide id="28" orient="horz" pos="1480" userDrawn="1">
          <p15:clr>
            <a:srgbClr val="F26B43"/>
          </p15:clr>
        </p15:guide>
        <p15:guide id="29" orient="horz" pos="1933" userDrawn="1">
          <p15:clr>
            <a:srgbClr val="F26B43"/>
          </p15:clr>
        </p15:guide>
        <p15:guide id="30" orient="horz" pos="2387" userDrawn="1">
          <p15:clr>
            <a:srgbClr val="F26B43"/>
          </p15:clr>
        </p15:guide>
        <p15:guide id="31" orient="horz" pos="2840" userDrawn="1">
          <p15:clr>
            <a:srgbClr val="F26B43"/>
          </p15:clr>
        </p15:guide>
        <p15:guide id="32" orient="horz" pos="3294" userDrawn="1">
          <p15:clr>
            <a:srgbClr val="F26B43"/>
          </p15:clr>
        </p15:guide>
        <p15:guide id="33" orient="horz" pos="3747" userDrawn="1">
          <p15:clr>
            <a:srgbClr val="F26B43"/>
          </p15:clr>
        </p15:guide>
        <p15:guide id="34" orient="horz" pos="4201" userDrawn="1">
          <p15:clr>
            <a:srgbClr val="F26B43"/>
          </p15:clr>
        </p15:guide>
        <p15:guide id="35" pos="212" userDrawn="1">
          <p15:clr>
            <a:srgbClr val="F26B43"/>
          </p15:clr>
        </p15:guide>
        <p15:guide id="36" pos="665" userDrawn="1">
          <p15:clr>
            <a:srgbClr val="F26B43"/>
          </p15:clr>
        </p15:guide>
        <p15:guide id="37" pos="1119" userDrawn="1">
          <p15:clr>
            <a:srgbClr val="F26B43"/>
          </p15:clr>
        </p15:guide>
        <p15:guide id="38" pos="1572" userDrawn="1">
          <p15:clr>
            <a:srgbClr val="F26B43"/>
          </p15:clr>
        </p15:guide>
        <p15:guide id="39" pos="2026" userDrawn="1">
          <p15:clr>
            <a:srgbClr val="F26B43"/>
          </p15:clr>
        </p15:guide>
        <p15:guide id="40" pos="2479" userDrawn="1">
          <p15:clr>
            <a:srgbClr val="F26B43"/>
          </p15:clr>
        </p15:guide>
        <p15:guide id="41" pos="2933" userDrawn="1">
          <p15:clr>
            <a:srgbClr val="F26B43"/>
          </p15:clr>
        </p15:guide>
        <p15:guide id="42" pos="3386" userDrawn="1">
          <p15:clr>
            <a:srgbClr val="F26B43"/>
          </p15:clr>
        </p15:guide>
        <p15:guide id="43" pos="3840" userDrawn="1">
          <p15:clr>
            <a:srgbClr val="F26B43"/>
          </p15:clr>
        </p15:guide>
        <p15:guide id="44" pos="4294" userDrawn="1">
          <p15:clr>
            <a:srgbClr val="F26B43"/>
          </p15:clr>
        </p15:guide>
        <p15:guide id="45" pos="4747" userDrawn="1">
          <p15:clr>
            <a:srgbClr val="F26B43"/>
          </p15:clr>
        </p15:guide>
        <p15:guide id="46" pos="5201" userDrawn="1">
          <p15:clr>
            <a:srgbClr val="F26B43"/>
          </p15:clr>
        </p15:guide>
        <p15:guide id="47" pos="5654" userDrawn="1">
          <p15:clr>
            <a:srgbClr val="F26B43"/>
          </p15:clr>
        </p15:guide>
        <p15:guide id="48" pos="6108" userDrawn="1">
          <p15:clr>
            <a:srgbClr val="F26B43"/>
          </p15:clr>
        </p15:guide>
        <p15:guide id="49" pos="6561" userDrawn="1">
          <p15:clr>
            <a:srgbClr val="F26B43"/>
          </p15:clr>
        </p15:guide>
        <p15:guide id="50" pos="7015" userDrawn="1">
          <p15:clr>
            <a:srgbClr val="F26B43"/>
          </p15:clr>
        </p15:guide>
        <p15:guide id="51" pos="74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cdisc.org/standards/data-exchange/define-xml"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hyperlink" Target="https://www.cdisc.org/system/files/members/standard/foundational/SDTMIG%20v3.4-FINAL_2022-07-21.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hyperlink" Target="https://www.cdisc.org/system/files/members/standard/foundational/ADaM_OCCDS_Implementation_Guide%20v1.1.pdf" TargetMode="External"/><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hyperlink" Target="https://www.cdisc.org/system/files/members/standard/foundational/ADaMIG_v1.3.pdf" TargetMode="Externa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www.cdisc.org/system/files/members/standard/foundational/ADaM_OCCDS_Implementation_Guide%20v1.1.pdf"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pharmaverse.org/"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hyperlink" Target="mailto:seleznevaaalice@gmail.com" TargetMode="External"/><Relationship Id="rId2" Type="http://schemas.openxmlformats.org/officeDocument/2006/relationships/image" Target="../media/image15.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B5F1522E-54AF-4856-AB8A-D015EFDAAEC9}"/>
              </a:ext>
            </a:extLst>
          </p:cNvPr>
          <p:cNvSpPr>
            <a:spLocks noGrp="1"/>
          </p:cNvSpPr>
          <p:nvPr>
            <p:ph type="ctrTitle"/>
          </p:nvPr>
        </p:nvSpPr>
        <p:spPr>
          <a:xfrm>
            <a:off x="698500" y="2140714"/>
            <a:ext cx="9924675" cy="2579204"/>
          </a:xfrm>
        </p:spPr>
        <p:txBody>
          <a:bodyPr>
            <a:normAutofit/>
          </a:bodyPr>
          <a:lstStyle/>
          <a:p>
            <a:r>
              <a:rPr lang="ru-RU" dirty="0"/>
              <a:t>Основы статистического программирования. </a:t>
            </a:r>
          </a:p>
        </p:txBody>
      </p:sp>
      <p:sp>
        <p:nvSpPr>
          <p:cNvPr id="7" name="Подзаголовок 6">
            <a:extLst>
              <a:ext uri="{FF2B5EF4-FFF2-40B4-BE49-F238E27FC236}">
                <a16:creationId xmlns:a16="http://schemas.microsoft.com/office/drawing/2014/main" id="{03AC6E33-4C21-4B5E-893A-91882E97AB4B}"/>
              </a:ext>
            </a:extLst>
          </p:cNvPr>
          <p:cNvSpPr>
            <a:spLocks noGrp="1"/>
          </p:cNvSpPr>
          <p:nvPr>
            <p:ph type="subTitle" idx="1"/>
          </p:nvPr>
        </p:nvSpPr>
        <p:spPr/>
        <p:txBody>
          <a:bodyPr/>
          <a:lstStyle/>
          <a:p>
            <a:r>
              <a:rPr lang="ru-RU" dirty="0"/>
              <a:t>Биостатистик</a:t>
            </a:r>
          </a:p>
        </p:txBody>
      </p:sp>
      <p:sp>
        <p:nvSpPr>
          <p:cNvPr id="9" name="Текст 8">
            <a:extLst>
              <a:ext uri="{FF2B5EF4-FFF2-40B4-BE49-F238E27FC236}">
                <a16:creationId xmlns:a16="http://schemas.microsoft.com/office/drawing/2014/main" id="{F38255CE-7ED5-4EF2-A4E5-9C6A61A67D21}"/>
              </a:ext>
            </a:extLst>
          </p:cNvPr>
          <p:cNvSpPr>
            <a:spLocks noGrp="1"/>
          </p:cNvSpPr>
          <p:nvPr>
            <p:ph type="body" sz="quarter" idx="11"/>
          </p:nvPr>
        </p:nvSpPr>
        <p:spPr/>
        <p:txBody>
          <a:bodyPr/>
          <a:lstStyle/>
          <a:p>
            <a:r>
              <a:rPr lang="ru-RU" dirty="0"/>
              <a:t>Алиса Селезнева</a:t>
            </a:r>
          </a:p>
        </p:txBody>
      </p:sp>
      <p:sp>
        <p:nvSpPr>
          <p:cNvPr id="8" name="Текст 7">
            <a:extLst>
              <a:ext uri="{FF2B5EF4-FFF2-40B4-BE49-F238E27FC236}">
                <a16:creationId xmlns:a16="http://schemas.microsoft.com/office/drawing/2014/main" id="{01EBFB9F-62D0-43EB-9204-7639A9637605}"/>
              </a:ext>
            </a:extLst>
          </p:cNvPr>
          <p:cNvSpPr>
            <a:spLocks noGrp="1"/>
          </p:cNvSpPr>
          <p:nvPr>
            <p:ph type="body" sz="quarter" idx="10"/>
          </p:nvPr>
        </p:nvSpPr>
        <p:spPr/>
        <p:txBody>
          <a:bodyPr/>
          <a:lstStyle/>
          <a:p>
            <a:r>
              <a:rPr lang="ru-RU" dirty="0"/>
              <a:t>11.10.2025</a:t>
            </a:r>
          </a:p>
        </p:txBody>
      </p:sp>
    </p:spTree>
    <p:extLst>
      <p:ext uri="{BB962C8B-B14F-4D97-AF65-F5344CB8AC3E}">
        <p14:creationId xmlns:p14="http://schemas.microsoft.com/office/powerpoint/2010/main" val="4162734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89BF16D-C7E1-4622-8014-AC8B5E967548}"/>
              </a:ext>
            </a:extLst>
          </p:cNvPr>
          <p:cNvSpPr>
            <a:spLocks noGrp="1"/>
          </p:cNvSpPr>
          <p:nvPr>
            <p:ph idx="1"/>
          </p:nvPr>
        </p:nvSpPr>
        <p:spPr>
          <a:xfrm>
            <a:off x="697742" y="1520788"/>
            <a:ext cx="8586217" cy="4787936"/>
          </a:xfrm>
        </p:spPr>
        <p:txBody>
          <a:bodyPr/>
          <a:lstStyle/>
          <a:p>
            <a:pPr marL="342900" indent="-342900">
              <a:buFont typeface="+mj-lt"/>
              <a:buAutoNum type="arabicPeriod"/>
            </a:pPr>
            <a:r>
              <a:rPr lang="ru-RU" dirty="0"/>
              <a:t>Вспомнить все</a:t>
            </a:r>
          </a:p>
          <a:p>
            <a:pPr marL="342900" indent="-342900">
              <a:buFont typeface="+mj-lt"/>
              <a:buAutoNum type="arabicPeriod"/>
            </a:pPr>
            <a:r>
              <a:rPr lang="ru-RU" dirty="0"/>
              <a:t>Познакомиться с устройством </a:t>
            </a:r>
            <a:r>
              <a:rPr lang="en-US" dirty="0"/>
              <a:t>ADaM</a:t>
            </a:r>
          </a:p>
          <a:p>
            <a:pPr marL="342900" indent="-342900">
              <a:buFont typeface="+mj-lt"/>
              <a:buAutoNum type="arabicPeriod"/>
            </a:pPr>
            <a:r>
              <a:rPr lang="ru-RU" dirty="0"/>
              <a:t>Лайф-кодинг</a:t>
            </a:r>
          </a:p>
          <a:p>
            <a:pPr marL="342900" indent="-342900">
              <a:buFont typeface="+mj-lt"/>
              <a:buAutoNum type="arabicPeriod"/>
            </a:pPr>
            <a:r>
              <a:rPr lang="ru-RU" dirty="0"/>
              <a:t>Домашнее задание</a:t>
            </a:r>
          </a:p>
        </p:txBody>
      </p:sp>
      <p:sp>
        <p:nvSpPr>
          <p:cNvPr id="3" name="Заголовок 2">
            <a:extLst>
              <a:ext uri="{FF2B5EF4-FFF2-40B4-BE49-F238E27FC236}">
                <a16:creationId xmlns:a16="http://schemas.microsoft.com/office/drawing/2014/main" id="{B0FE62FD-19D6-49BA-84C6-35A44A7C48BC}"/>
              </a:ext>
            </a:extLst>
          </p:cNvPr>
          <p:cNvSpPr>
            <a:spLocks noGrp="1"/>
          </p:cNvSpPr>
          <p:nvPr>
            <p:ph type="title"/>
          </p:nvPr>
        </p:nvSpPr>
        <p:spPr/>
        <p:txBody>
          <a:bodyPr/>
          <a:lstStyle/>
          <a:p>
            <a:r>
              <a:rPr lang="ru-RU" dirty="0"/>
              <a:t>План на сегодня</a:t>
            </a:r>
          </a:p>
        </p:txBody>
      </p:sp>
    </p:spTree>
    <p:extLst>
      <p:ext uri="{BB962C8B-B14F-4D97-AF65-F5344CB8AC3E}">
        <p14:creationId xmlns:p14="http://schemas.microsoft.com/office/powerpoint/2010/main" val="1698049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3FDE8-B1F0-70F1-7A2E-24AB8EE81088}"/>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4D0B3FA5-DD92-0002-7BB4-A837C959B08E}"/>
              </a:ext>
            </a:extLst>
          </p:cNvPr>
          <p:cNvSpPr>
            <a:spLocks noGrp="1"/>
          </p:cNvSpPr>
          <p:nvPr>
            <p:ph idx="1"/>
          </p:nvPr>
        </p:nvSpPr>
        <p:spPr>
          <a:xfrm>
            <a:off x="697742" y="1520788"/>
            <a:ext cx="11145315" cy="4728663"/>
          </a:xfrm>
        </p:spPr>
        <p:txBody>
          <a:bodyPr/>
          <a:lstStyle/>
          <a:p>
            <a:r>
              <a:rPr lang="ru-RU" dirty="0"/>
              <a:t>Регуляторика:</a:t>
            </a:r>
          </a:p>
          <a:p>
            <a:r>
              <a:rPr lang="en-US" dirty="0"/>
              <a:t>ICH GCP R3: “</a:t>
            </a:r>
          </a:p>
          <a:p>
            <a:r>
              <a:rPr lang="en-US" dirty="0"/>
              <a:t>(a) Data of </a:t>
            </a:r>
            <a:r>
              <a:rPr lang="en-US" b="1" dirty="0"/>
              <a:t>sufficient quality </a:t>
            </a:r>
            <a:r>
              <a:rPr lang="en-US" dirty="0"/>
              <a:t>for interim and final analysis should be defined and are achieved by implementing timely and reliable processes for data capture, verification, validation, review and rectification of errors and, where possible, omissions that have a meaningful impact on the safety of trial participants and/or the reliability of the trial results. </a:t>
            </a:r>
          </a:p>
          <a:p>
            <a:r>
              <a:rPr lang="en-US" dirty="0"/>
              <a:t>(b) Activities undertaken to </a:t>
            </a:r>
            <a:r>
              <a:rPr lang="en-US" dirty="0" err="1"/>
              <a:t>finalise</a:t>
            </a:r>
            <a:r>
              <a:rPr lang="en-US" dirty="0"/>
              <a:t> the </a:t>
            </a:r>
            <a:r>
              <a:rPr lang="en-US" b="1" dirty="0"/>
              <a:t>data sets prior to analysis should be confirmed and documented in accordance with pre-specified procedures</a:t>
            </a:r>
            <a:r>
              <a:rPr lang="en-US" dirty="0"/>
              <a:t>. These activities may include reconciliation of entered data and data sets or reconciliation of relevant databases, rectification of data errors and, where possible, omissions, medical coding and compilation of and addressing the impact of noncompliance issues, including protocol deviations. </a:t>
            </a:r>
          </a:p>
          <a:p>
            <a:r>
              <a:rPr lang="en-US" dirty="0"/>
              <a:t>(c) Data extraction and determination of data analysis sets should take place </a:t>
            </a:r>
            <a:r>
              <a:rPr lang="en-US" b="1" dirty="0"/>
              <a:t>in accordance with the planned statistical analysis and should be documented</a:t>
            </a:r>
            <a:r>
              <a:rPr lang="en-US" dirty="0"/>
              <a:t>.”</a:t>
            </a:r>
            <a:endParaRPr lang="ru-RU" dirty="0"/>
          </a:p>
        </p:txBody>
      </p:sp>
      <p:sp>
        <p:nvSpPr>
          <p:cNvPr id="3" name="Заголовок 2">
            <a:extLst>
              <a:ext uri="{FF2B5EF4-FFF2-40B4-BE49-F238E27FC236}">
                <a16:creationId xmlns:a16="http://schemas.microsoft.com/office/drawing/2014/main" id="{6821840D-B699-2341-5522-6F18B29CCC35}"/>
              </a:ext>
            </a:extLst>
          </p:cNvPr>
          <p:cNvSpPr>
            <a:spLocks noGrp="1"/>
          </p:cNvSpPr>
          <p:nvPr>
            <p:ph type="title"/>
          </p:nvPr>
        </p:nvSpPr>
        <p:spPr/>
        <p:txBody>
          <a:bodyPr/>
          <a:lstStyle/>
          <a:p>
            <a:r>
              <a:rPr lang="ru-RU" dirty="0"/>
              <a:t>Вспомнить все</a:t>
            </a:r>
          </a:p>
        </p:txBody>
      </p:sp>
    </p:spTree>
    <p:extLst>
      <p:ext uri="{BB962C8B-B14F-4D97-AF65-F5344CB8AC3E}">
        <p14:creationId xmlns:p14="http://schemas.microsoft.com/office/powerpoint/2010/main" val="317276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B7B28-B907-771B-4D7E-E25A81885A82}"/>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A0C59A98-D7E0-B14A-5DA3-BA7C04040580}"/>
              </a:ext>
            </a:extLst>
          </p:cNvPr>
          <p:cNvSpPr>
            <a:spLocks noGrp="1"/>
          </p:cNvSpPr>
          <p:nvPr>
            <p:ph idx="1"/>
          </p:nvPr>
        </p:nvSpPr>
        <p:spPr>
          <a:xfrm>
            <a:off x="697742" y="1520788"/>
            <a:ext cx="11145315" cy="4728663"/>
          </a:xfrm>
        </p:spPr>
        <p:txBody>
          <a:bodyPr/>
          <a:lstStyle/>
          <a:p>
            <a:r>
              <a:rPr lang="en-US" b="1" dirty="0"/>
              <a:t>CDISC – Clinical Data Interchange Standards Consortium </a:t>
            </a:r>
          </a:p>
          <a:p>
            <a:pPr marL="285750" lvl="0" indent="-285750">
              <a:buFont typeface="Arial" panose="020B0604020202020204" pitchFamily="34" charset="0"/>
              <a:buChar char="•"/>
            </a:pPr>
            <a:r>
              <a:rPr lang="en-US" dirty="0"/>
              <a:t>FDA </a:t>
            </a:r>
            <a:r>
              <a:rPr lang="ru-RU" dirty="0"/>
              <a:t>и</a:t>
            </a:r>
            <a:r>
              <a:rPr lang="en-US" dirty="0"/>
              <a:t> PMDA </a:t>
            </a:r>
            <a:r>
              <a:rPr lang="ru-RU" b="1" dirty="0"/>
              <a:t>требуют</a:t>
            </a:r>
            <a:r>
              <a:rPr lang="ru-RU" dirty="0"/>
              <a:t> следование стандартам </a:t>
            </a:r>
            <a:r>
              <a:rPr lang="en-US" dirty="0"/>
              <a:t>CDISC;</a:t>
            </a:r>
          </a:p>
          <a:p>
            <a:pPr marL="285750" lvl="0" indent="-285750">
              <a:buFont typeface="Arial" panose="020B0604020202020204" pitchFamily="34" charset="0"/>
              <a:buChar char="•"/>
            </a:pPr>
            <a:r>
              <a:rPr lang="en-US" dirty="0"/>
              <a:t>EMA, NMPA </a:t>
            </a:r>
            <a:r>
              <a:rPr lang="ru-RU" b="1" dirty="0"/>
              <a:t>рекомендуют</a:t>
            </a:r>
            <a:r>
              <a:rPr lang="ru-RU" dirty="0"/>
              <a:t> следовать им;</a:t>
            </a:r>
          </a:p>
          <a:p>
            <a:pPr marL="285750" lvl="0" indent="-285750">
              <a:buFont typeface="Arial" panose="020B0604020202020204" pitchFamily="34" charset="0"/>
              <a:buChar char="•"/>
            </a:pPr>
            <a:r>
              <a:rPr lang="ru-RU" dirty="0"/>
              <a:t>Минздрав </a:t>
            </a:r>
            <a:r>
              <a:rPr lang="ru-RU" b="1" dirty="0"/>
              <a:t>не требует </a:t>
            </a:r>
            <a:r>
              <a:rPr lang="ru-RU" dirty="0"/>
              <a:t>и воспроизводимость </a:t>
            </a:r>
            <a:r>
              <a:rPr lang="ru-RU" b="1" dirty="0"/>
              <a:t>не отслеживает</a:t>
            </a:r>
            <a:r>
              <a:rPr lang="ru-RU" dirty="0"/>
              <a:t>.</a:t>
            </a:r>
          </a:p>
          <a:p>
            <a:pPr lvl="0"/>
            <a:r>
              <a:rPr lang="ru-RU" dirty="0"/>
              <a:t>Важные файлы для ревьюера:</a:t>
            </a:r>
          </a:p>
          <a:p>
            <a:pPr marL="285750" lvl="0" indent="-285750">
              <a:buFont typeface="Arial" panose="020B0604020202020204" pitchFamily="34" charset="0"/>
              <a:buChar char="•"/>
            </a:pPr>
            <a:r>
              <a:rPr lang="ru-RU" dirty="0"/>
              <a:t>собственно </a:t>
            </a:r>
            <a:r>
              <a:rPr lang="en-US" dirty="0"/>
              <a:t>SDTM </a:t>
            </a:r>
            <a:r>
              <a:rPr lang="ru-RU" dirty="0"/>
              <a:t>и </a:t>
            </a:r>
            <a:r>
              <a:rPr lang="en-US" dirty="0" err="1"/>
              <a:t>ADaM</a:t>
            </a:r>
            <a:r>
              <a:rPr lang="en-US" dirty="0"/>
              <a:t>’</a:t>
            </a:r>
            <a:r>
              <a:rPr lang="ru-RU" dirty="0"/>
              <a:t>ы;</a:t>
            </a:r>
          </a:p>
          <a:p>
            <a:pPr marL="285750" indent="-285750">
              <a:buFont typeface="Arial" panose="020B0604020202020204" pitchFamily="34" charset="0"/>
              <a:buChar char="•"/>
            </a:pPr>
            <a:r>
              <a:rPr lang="ru-RU" dirty="0"/>
              <a:t>файл </a:t>
            </a:r>
            <a:r>
              <a:rPr lang="en-US" dirty="0"/>
              <a:t>Define.xml (Case Report Tabulation Data Definition Specification);</a:t>
            </a:r>
          </a:p>
          <a:p>
            <a:r>
              <a:rPr lang="ru-RU" dirty="0">
                <a:hlinkClick r:id="rId2"/>
              </a:rPr>
              <a:t>Ссылка подробнее про </a:t>
            </a:r>
            <a:r>
              <a:rPr lang="en-US" dirty="0">
                <a:hlinkClick r:id="rId2"/>
              </a:rPr>
              <a:t>Define.xml</a:t>
            </a:r>
            <a:r>
              <a:rPr lang="ru-RU" dirty="0"/>
              <a:t> (требуется регистрация)</a:t>
            </a:r>
            <a:endParaRPr lang="en-US" dirty="0"/>
          </a:p>
          <a:p>
            <a:endParaRPr lang="ru-RU" dirty="0"/>
          </a:p>
        </p:txBody>
      </p:sp>
      <p:sp>
        <p:nvSpPr>
          <p:cNvPr id="3" name="Заголовок 2">
            <a:extLst>
              <a:ext uri="{FF2B5EF4-FFF2-40B4-BE49-F238E27FC236}">
                <a16:creationId xmlns:a16="http://schemas.microsoft.com/office/drawing/2014/main" id="{750661A9-9D2F-97C3-AEE7-BB775DFF4CBE}"/>
              </a:ext>
            </a:extLst>
          </p:cNvPr>
          <p:cNvSpPr>
            <a:spLocks noGrp="1"/>
          </p:cNvSpPr>
          <p:nvPr>
            <p:ph type="title"/>
          </p:nvPr>
        </p:nvSpPr>
        <p:spPr/>
        <p:txBody>
          <a:bodyPr/>
          <a:lstStyle/>
          <a:p>
            <a:r>
              <a:rPr lang="ru-RU" dirty="0"/>
              <a:t>Вспомнить все</a:t>
            </a:r>
          </a:p>
        </p:txBody>
      </p:sp>
    </p:spTree>
    <p:extLst>
      <p:ext uri="{BB962C8B-B14F-4D97-AF65-F5344CB8AC3E}">
        <p14:creationId xmlns:p14="http://schemas.microsoft.com/office/powerpoint/2010/main" val="1896026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A0EB9-D579-9469-745D-92AF99D4580F}"/>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2FB4C336-A560-8CBF-9EFA-0EA354F62AF8}"/>
              </a:ext>
            </a:extLst>
          </p:cNvPr>
          <p:cNvSpPr>
            <a:spLocks noGrp="1"/>
          </p:cNvSpPr>
          <p:nvPr>
            <p:ph type="title"/>
          </p:nvPr>
        </p:nvSpPr>
        <p:spPr/>
        <p:txBody>
          <a:bodyPr/>
          <a:lstStyle/>
          <a:p>
            <a:r>
              <a:rPr lang="ru-RU" dirty="0"/>
              <a:t>Вспомнить все</a:t>
            </a:r>
          </a:p>
        </p:txBody>
      </p:sp>
      <p:pic>
        <p:nvPicPr>
          <p:cNvPr id="4" name="Рисунок 13">
            <a:extLst>
              <a:ext uri="{FF2B5EF4-FFF2-40B4-BE49-F238E27FC236}">
                <a16:creationId xmlns:a16="http://schemas.microsoft.com/office/drawing/2014/main" id="{1FB2363D-93BF-D0CC-2C58-C3B5D62067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6224" y="2731501"/>
            <a:ext cx="246143" cy="476902"/>
          </a:xfrm>
          <a:prstGeom prst="rect">
            <a:avLst/>
          </a:prstGeom>
        </p:spPr>
      </p:pic>
      <p:pic>
        <p:nvPicPr>
          <p:cNvPr id="5" name="Рисунок 13">
            <a:extLst>
              <a:ext uri="{FF2B5EF4-FFF2-40B4-BE49-F238E27FC236}">
                <a16:creationId xmlns:a16="http://schemas.microsoft.com/office/drawing/2014/main" id="{26D0D6E3-AABD-BF25-0A1D-C7D8C7CA53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07008" y="2697712"/>
            <a:ext cx="246143" cy="476902"/>
          </a:xfrm>
          <a:prstGeom prst="rect">
            <a:avLst/>
          </a:prstGeom>
        </p:spPr>
      </p:pic>
      <p:pic>
        <p:nvPicPr>
          <p:cNvPr id="6" name="Рисунок 13">
            <a:extLst>
              <a:ext uri="{FF2B5EF4-FFF2-40B4-BE49-F238E27FC236}">
                <a16:creationId xmlns:a16="http://schemas.microsoft.com/office/drawing/2014/main" id="{31C006F1-2F2B-2B59-E5FD-482A5D8874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7792" y="2697712"/>
            <a:ext cx="246143" cy="476902"/>
          </a:xfrm>
          <a:prstGeom prst="rect">
            <a:avLst/>
          </a:prstGeom>
        </p:spPr>
      </p:pic>
      <p:pic>
        <p:nvPicPr>
          <p:cNvPr id="7" name="Рисунок 13">
            <a:extLst>
              <a:ext uri="{FF2B5EF4-FFF2-40B4-BE49-F238E27FC236}">
                <a16:creationId xmlns:a16="http://schemas.microsoft.com/office/drawing/2014/main" id="{FB975B3B-CC5A-0E9D-E571-CAA784987B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8576" y="2731501"/>
            <a:ext cx="246143" cy="476902"/>
          </a:xfrm>
          <a:prstGeom prst="rect">
            <a:avLst/>
          </a:prstGeom>
        </p:spPr>
      </p:pic>
      <p:sp>
        <p:nvSpPr>
          <p:cNvPr id="8" name="Прямоугольник 63">
            <a:extLst>
              <a:ext uri="{FF2B5EF4-FFF2-40B4-BE49-F238E27FC236}">
                <a16:creationId xmlns:a16="http://schemas.microsoft.com/office/drawing/2014/main" id="{5F2AF0BC-F22F-00E2-8D7B-C4989468D869}"/>
              </a:ext>
            </a:extLst>
          </p:cNvPr>
          <p:cNvSpPr/>
          <p:nvPr/>
        </p:nvSpPr>
        <p:spPr>
          <a:xfrm>
            <a:off x="2110865" y="2767884"/>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CDASH</a:t>
            </a:r>
            <a:endParaRPr lang="ru-RU" dirty="0">
              <a:solidFill>
                <a:schemeClr val="tx2"/>
              </a:solidFill>
            </a:endParaRPr>
          </a:p>
        </p:txBody>
      </p:sp>
      <p:sp>
        <p:nvSpPr>
          <p:cNvPr id="9" name="Прямоугольник 63">
            <a:extLst>
              <a:ext uri="{FF2B5EF4-FFF2-40B4-BE49-F238E27FC236}">
                <a16:creationId xmlns:a16="http://schemas.microsoft.com/office/drawing/2014/main" id="{F4A7D30F-47BD-95B0-3698-E76696200A0F}"/>
              </a:ext>
            </a:extLst>
          </p:cNvPr>
          <p:cNvSpPr/>
          <p:nvPr/>
        </p:nvSpPr>
        <p:spPr>
          <a:xfrm>
            <a:off x="3791649" y="2732846"/>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SDTM</a:t>
            </a:r>
            <a:endParaRPr lang="ru-RU" dirty="0">
              <a:solidFill>
                <a:schemeClr val="tx2"/>
              </a:solidFill>
            </a:endParaRPr>
          </a:p>
        </p:txBody>
      </p:sp>
      <p:sp>
        <p:nvSpPr>
          <p:cNvPr id="10" name="Прямоугольник 63">
            <a:extLst>
              <a:ext uri="{FF2B5EF4-FFF2-40B4-BE49-F238E27FC236}">
                <a16:creationId xmlns:a16="http://schemas.microsoft.com/office/drawing/2014/main" id="{903ECEE6-AA2E-6C68-6FAD-AF43D14B3716}"/>
              </a:ext>
            </a:extLst>
          </p:cNvPr>
          <p:cNvSpPr/>
          <p:nvPr/>
        </p:nvSpPr>
        <p:spPr>
          <a:xfrm>
            <a:off x="5472433" y="2732848"/>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2"/>
                </a:solidFill>
              </a:rPr>
              <a:t>ADaM</a:t>
            </a:r>
            <a:endParaRPr lang="ru-RU" dirty="0">
              <a:solidFill>
                <a:schemeClr val="tx2"/>
              </a:solidFill>
            </a:endParaRPr>
          </a:p>
        </p:txBody>
      </p:sp>
      <p:sp>
        <p:nvSpPr>
          <p:cNvPr id="11" name="Прямоугольник 63">
            <a:extLst>
              <a:ext uri="{FF2B5EF4-FFF2-40B4-BE49-F238E27FC236}">
                <a16:creationId xmlns:a16="http://schemas.microsoft.com/office/drawing/2014/main" id="{B3512584-937E-02A9-F3AC-3917C98C9AC8}"/>
              </a:ext>
            </a:extLst>
          </p:cNvPr>
          <p:cNvSpPr/>
          <p:nvPr/>
        </p:nvSpPr>
        <p:spPr>
          <a:xfrm>
            <a:off x="7153217" y="2732847"/>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TFL</a:t>
            </a:r>
            <a:endParaRPr lang="ru-RU" dirty="0">
              <a:solidFill>
                <a:schemeClr val="tx2"/>
              </a:solidFill>
            </a:endParaRPr>
          </a:p>
        </p:txBody>
      </p:sp>
      <p:sp>
        <p:nvSpPr>
          <p:cNvPr id="12" name="Прямоугольник 63">
            <a:extLst>
              <a:ext uri="{FF2B5EF4-FFF2-40B4-BE49-F238E27FC236}">
                <a16:creationId xmlns:a16="http://schemas.microsoft.com/office/drawing/2014/main" id="{18525A88-C64B-4511-7BDE-E9A25ADE2048}"/>
              </a:ext>
            </a:extLst>
          </p:cNvPr>
          <p:cNvSpPr/>
          <p:nvPr/>
        </p:nvSpPr>
        <p:spPr>
          <a:xfrm>
            <a:off x="8834001" y="2732846"/>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CSR</a:t>
            </a:r>
            <a:endParaRPr lang="ru-RU" dirty="0">
              <a:solidFill>
                <a:schemeClr val="tx2"/>
              </a:solidFill>
            </a:endParaRPr>
          </a:p>
        </p:txBody>
      </p:sp>
    </p:spTree>
    <p:extLst>
      <p:ext uri="{BB962C8B-B14F-4D97-AF65-F5344CB8AC3E}">
        <p14:creationId xmlns:p14="http://schemas.microsoft.com/office/powerpoint/2010/main" val="3313746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DAD9-3F6D-0477-B0BA-FB4B4C3FBDE4}"/>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A8C89194-7F89-9CA0-509E-3463842C9A48}"/>
              </a:ext>
            </a:extLst>
          </p:cNvPr>
          <p:cNvSpPr>
            <a:spLocks noGrp="1"/>
          </p:cNvSpPr>
          <p:nvPr>
            <p:ph type="title"/>
          </p:nvPr>
        </p:nvSpPr>
        <p:spPr/>
        <p:txBody>
          <a:bodyPr/>
          <a:lstStyle/>
          <a:p>
            <a:r>
              <a:rPr lang="ru-RU" dirty="0"/>
              <a:t>Вспомнить все</a:t>
            </a:r>
          </a:p>
        </p:txBody>
      </p:sp>
      <p:pic>
        <p:nvPicPr>
          <p:cNvPr id="4" name="Рисунок 13">
            <a:extLst>
              <a:ext uri="{FF2B5EF4-FFF2-40B4-BE49-F238E27FC236}">
                <a16:creationId xmlns:a16="http://schemas.microsoft.com/office/drawing/2014/main" id="{BB99144C-4797-3948-E86D-7E0FC48CDF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6224" y="2731501"/>
            <a:ext cx="246143" cy="476902"/>
          </a:xfrm>
          <a:prstGeom prst="rect">
            <a:avLst/>
          </a:prstGeom>
        </p:spPr>
      </p:pic>
      <p:pic>
        <p:nvPicPr>
          <p:cNvPr id="5" name="Рисунок 13">
            <a:extLst>
              <a:ext uri="{FF2B5EF4-FFF2-40B4-BE49-F238E27FC236}">
                <a16:creationId xmlns:a16="http://schemas.microsoft.com/office/drawing/2014/main" id="{C4D50814-4A6A-7F62-0E08-B1A7B5C5593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07008" y="2697712"/>
            <a:ext cx="246143" cy="476902"/>
          </a:xfrm>
          <a:prstGeom prst="rect">
            <a:avLst/>
          </a:prstGeom>
        </p:spPr>
      </p:pic>
      <p:pic>
        <p:nvPicPr>
          <p:cNvPr id="6" name="Рисунок 13">
            <a:extLst>
              <a:ext uri="{FF2B5EF4-FFF2-40B4-BE49-F238E27FC236}">
                <a16:creationId xmlns:a16="http://schemas.microsoft.com/office/drawing/2014/main" id="{1CAABE7C-98DE-41D9-6C24-8572CB5FC7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87792" y="2697712"/>
            <a:ext cx="246143" cy="476902"/>
          </a:xfrm>
          <a:prstGeom prst="rect">
            <a:avLst/>
          </a:prstGeom>
        </p:spPr>
      </p:pic>
      <p:pic>
        <p:nvPicPr>
          <p:cNvPr id="7" name="Рисунок 13">
            <a:extLst>
              <a:ext uri="{FF2B5EF4-FFF2-40B4-BE49-F238E27FC236}">
                <a16:creationId xmlns:a16="http://schemas.microsoft.com/office/drawing/2014/main" id="{C0584002-957D-E0D0-6A97-543FC3B123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8576" y="2731501"/>
            <a:ext cx="246143" cy="476902"/>
          </a:xfrm>
          <a:prstGeom prst="rect">
            <a:avLst/>
          </a:prstGeom>
        </p:spPr>
      </p:pic>
      <p:sp>
        <p:nvSpPr>
          <p:cNvPr id="8" name="Прямоугольник 63">
            <a:extLst>
              <a:ext uri="{FF2B5EF4-FFF2-40B4-BE49-F238E27FC236}">
                <a16:creationId xmlns:a16="http://schemas.microsoft.com/office/drawing/2014/main" id="{D5704BC5-ADA2-B0F1-393D-15B264597D49}"/>
              </a:ext>
            </a:extLst>
          </p:cNvPr>
          <p:cNvSpPr/>
          <p:nvPr/>
        </p:nvSpPr>
        <p:spPr>
          <a:xfrm>
            <a:off x="2110865" y="2767884"/>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CDASH</a:t>
            </a:r>
            <a:endParaRPr lang="ru-RU" dirty="0">
              <a:solidFill>
                <a:schemeClr val="bg1">
                  <a:lumMod val="75000"/>
                </a:schemeClr>
              </a:solidFill>
            </a:endParaRPr>
          </a:p>
        </p:txBody>
      </p:sp>
      <p:sp>
        <p:nvSpPr>
          <p:cNvPr id="9" name="Прямоугольник 63">
            <a:extLst>
              <a:ext uri="{FF2B5EF4-FFF2-40B4-BE49-F238E27FC236}">
                <a16:creationId xmlns:a16="http://schemas.microsoft.com/office/drawing/2014/main" id="{05B56FEC-28F4-4434-09D9-EF16E9B7226A}"/>
              </a:ext>
            </a:extLst>
          </p:cNvPr>
          <p:cNvSpPr/>
          <p:nvPr/>
        </p:nvSpPr>
        <p:spPr>
          <a:xfrm>
            <a:off x="3791649" y="2732846"/>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SDTM</a:t>
            </a:r>
            <a:endParaRPr lang="ru-RU" dirty="0">
              <a:solidFill>
                <a:schemeClr val="tx2"/>
              </a:solidFill>
            </a:endParaRPr>
          </a:p>
        </p:txBody>
      </p:sp>
      <p:sp>
        <p:nvSpPr>
          <p:cNvPr id="10" name="Прямоугольник 63">
            <a:extLst>
              <a:ext uri="{FF2B5EF4-FFF2-40B4-BE49-F238E27FC236}">
                <a16:creationId xmlns:a16="http://schemas.microsoft.com/office/drawing/2014/main" id="{7E522AE4-1871-4105-721F-90FB0048D3A5}"/>
              </a:ext>
            </a:extLst>
          </p:cNvPr>
          <p:cNvSpPr/>
          <p:nvPr/>
        </p:nvSpPr>
        <p:spPr>
          <a:xfrm>
            <a:off x="5472433" y="2732848"/>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1">
                    <a:lumMod val="75000"/>
                  </a:schemeClr>
                </a:solidFill>
              </a:rPr>
              <a:t>ADaM</a:t>
            </a:r>
            <a:endParaRPr lang="ru-RU" dirty="0">
              <a:solidFill>
                <a:schemeClr val="bg1">
                  <a:lumMod val="75000"/>
                </a:schemeClr>
              </a:solidFill>
            </a:endParaRPr>
          </a:p>
        </p:txBody>
      </p:sp>
      <p:sp>
        <p:nvSpPr>
          <p:cNvPr id="11" name="Прямоугольник 63">
            <a:extLst>
              <a:ext uri="{FF2B5EF4-FFF2-40B4-BE49-F238E27FC236}">
                <a16:creationId xmlns:a16="http://schemas.microsoft.com/office/drawing/2014/main" id="{F31ACA6A-431F-12A5-392D-1709B8BBCD67}"/>
              </a:ext>
            </a:extLst>
          </p:cNvPr>
          <p:cNvSpPr/>
          <p:nvPr/>
        </p:nvSpPr>
        <p:spPr>
          <a:xfrm>
            <a:off x="7153217" y="2732847"/>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TFL</a:t>
            </a:r>
            <a:endParaRPr lang="ru-RU" dirty="0">
              <a:solidFill>
                <a:schemeClr val="bg1">
                  <a:lumMod val="75000"/>
                </a:schemeClr>
              </a:solidFill>
            </a:endParaRPr>
          </a:p>
        </p:txBody>
      </p:sp>
      <p:sp>
        <p:nvSpPr>
          <p:cNvPr id="12" name="Прямоугольник 63">
            <a:extLst>
              <a:ext uri="{FF2B5EF4-FFF2-40B4-BE49-F238E27FC236}">
                <a16:creationId xmlns:a16="http://schemas.microsoft.com/office/drawing/2014/main" id="{301AE64A-B12D-010C-B536-1D482FE97FA3}"/>
              </a:ext>
            </a:extLst>
          </p:cNvPr>
          <p:cNvSpPr/>
          <p:nvPr/>
        </p:nvSpPr>
        <p:spPr>
          <a:xfrm>
            <a:off x="8834001" y="2732846"/>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CSR</a:t>
            </a:r>
            <a:endParaRPr lang="ru-RU" dirty="0">
              <a:solidFill>
                <a:schemeClr val="bg1">
                  <a:lumMod val="75000"/>
                </a:schemeClr>
              </a:solidFill>
            </a:endParaRPr>
          </a:p>
        </p:txBody>
      </p:sp>
      <p:sp>
        <p:nvSpPr>
          <p:cNvPr id="2" name="Объект 4">
            <a:extLst>
              <a:ext uri="{FF2B5EF4-FFF2-40B4-BE49-F238E27FC236}">
                <a16:creationId xmlns:a16="http://schemas.microsoft.com/office/drawing/2014/main" id="{CEFA9E75-DCE0-521C-B602-A303FFEF0CE4}"/>
              </a:ext>
            </a:extLst>
          </p:cNvPr>
          <p:cNvSpPr txBox="1">
            <a:spLocks/>
          </p:cNvSpPr>
          <p:nvPr/>
        </p:nvSpPr>
        <p:spPr>
          <a:xfrm>
            <a:off x="695324" y="5995748"/>
            <a:ext cx="10440000" cy="3129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hlinkClick r:id="rId4"/>
              </a:rPr>
              <a:t>Ссылка</a:t>
            </a:r>
            <a:r>
              <a:rPr lang="ru-RU" dirty="0"/>
              <a:t> на </a:t>
            </a:r>
            <a:r>
              <a:rPr lang="en-US" dirty="0"/>
              <a:t>SDTMIG 3.4 (</a:t>
            </a:r>
            <a:r>
              <a:rPr lang="ru-RU" dirty="0"/>
              <a:t>требуется регистрация)</a:t>
            </a:r>
          </a:p>
        </p:txBody>
      </p:sp>
    </p:spTree>
    <p:extLst>
      <p:ext uri="{BB962C8B-B14F-4D97-AF65-F5344CB8AC3E}">
        <p14:creationId xmlns:p14="http://schemas.microsoft.com/office/powerpoint/2010/main" val="2162884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5B74-E220-BC87-C34F-9430800329EA}"/>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FD611210-9446-245F-057E-A4B034D0CC1A}"/>
              </a:ext>
            </a:extLst>
          </p:cNvPr>
          <p:cNvSpPr>
            <a:spLocks noGrp="1"/>
          </p:cNvSpPr>
          <p:nvPr>
            <p:ph idx="1"/>
          </p:nvPr>
        </p:nvSpPr>
        <p:spPr>
          <a:xfrm>
            <a:off x="708025" y="1520825"/>
            <a:ext cx="10436823" cy="4474923"/>
          </a:xfrm>
        </p:spPr>
        <p:txBody>
          <a:bodyPr>
            <a:normAutofit/>
          </a:bodyPr>
          <a:lstStyle/>
          <a:p>
            <a:r>
              <a:rPr lang="ru-RU" sz="2000" dirty="0"/>
              <a:t>SDTM (Study Data Tabulation Model) — стандарт CDISC для организации клинических данных в виде табличных структур.</a:t>
            </a:r>
          </a:p>
          <a:p>
            <a:r>
              <a:rPr lang="ru-RU" sz="2000" dirty="0"/>
              <a:t>Стандартизирует структуру, формат и наименования переменных и наборов данных.</a:t>
            </a:r>
          </a:p>
          <a:p>
            <a:r>
              <a:rPr lang="ru-RU" sz="2000" dirty="0"/>
              <a:t>Наборы данных разделяются на домены (например, DM – демография, AE – нежелательные явления).</a:t>
            </a:r>
          </a:p>
          <a:p>
            <a:r>
              <a:rPr lang="ru-RU" sz="2000" dirty="0"/>
              <a:t>Обязательные переменные: ключевые поля и идентификаторы.</a:t>
            </a:r>
          </a:p>
          <a:p>
            <a:r>
              <a:rPr lang="ru-RU" sz="2000" dirty="0"/>
              <a:t>Унифицированные форматы даты/времени, коды событий, роли переменных.</a:t>
            </a:r>
          </a:p>
          <a:p>
            <a:r>
              <a:rPr lang="ru-RU" sz="2000" dirty="0"/>
              <a:t>Сильная связь с метаданными, обеспечивающая читаемость и воспроизводимость.</a:t>
            </a:r>
          </a:p>
        </p:txBody>
      </p:sp>
      <p:sp>
        <p:nvSpPr>
          <p:cNvPr id="3" name="Заголовок 2">
            <a:extLst>
              <a:ext uri="{FF2B5EF4-FFF2-40B4-BE49-F238E27FC236}">
                <a16:creationId xmlns:a16="http://schemas.microsoft.com/office/drawing/2014/main" id="{63A5A337-0FA2-53E1-8724-EB04AD6C9A77}"/>
              </a:ext>
            </a:extLst>
          </p:cNvPr>
          <p:cNvSpPr>
            <a:spLocks noGrp="1"/>
          </p:cNvSpPr>
          <p:nvPr>
            <p:ph type="title"/>
          </p:nvPr>
        </p:nvSpPr>
        <p:spPr>
          <a:xfrm>
            <a:off x="695325" y="549276"/>
            <a:ext cx="10440000" cy="899504"/>
          </a:xfrm>
        </p:spPr>
        <p:txBody>
          <a:bodyPr/>
          <a:lstStyle/>
          <a:p>
            <a:r>
              <a:rPr lang="en-US" sz="2400" b="1" dirty="0"/>
              <a:t>SDTM</a:t>
            </a:r>
            <a:endParaRPr lang="ru-RU" b="1" dirty="0"/>
          </a:p>
        </p:txBody>
      </p:sp>
    </p:spTree>
    <p:extLst>
      <p:ext uri="{BB962C8B-B14F-4D97-AF65-F5344CB8AC3E}">
        <p14:creationId xmlns:p14="http://schemas.microsoft.com/office/powerpoint/2010/main" val="161081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7E5C5-DF84-C227-3837-F590D2304FDA}"/>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7B5C5AA5-F507-CE1D-10A3-20B7E33981AB}"/>
              </a:ext>
            </a:extLst>
          </p:cNvPr>
          <p:cNvSpPr>
            <a:spLocks noGrp="1"/>
          </p:cNvSpPr>
          <p:nvPr>
            <p:ph idx="1"/>
          </p:nvPr>
        </p:nvSpPr>
        <p:spPr>
          <a:xfrm>
            <a:off x="708025" y="1520825"/>
            <a:ext cx="10436823" cy="4474923"/>
          </a:xfrm>
        </p:spPr>
        <p:txBody>
          <a:bodyPr>
            <a:normAutofit/>
          </a:bodyPr>
          <a:lstStyle/>
          <a:p>
            <a:r>
              <a:rPr lang="ru-RU" sz="2000" dirty="0"/>
              <a:t>Каждая строка — одно наблюдение/событие.</a:t>
            </a:r>
          </a:p>
          <a:p>
            <a:r>
              <a:rPr lang="ru-RU" sz="2000" dirty="0"/>
              <a:t>Все данные строго соответствуют спецификации (SDTMIG – Implementation Guide).</a:t>
            </a:r>
          </a:p>
          <a:p>
            <a:r>
              <a:rPr lang="ru-RU" sz="2000" dirty="0"/>
              <a:t>Например:</a:t>
            </a:r>
          </a:p>
          <a:p>
            <a:pPr marL="342900" indent="-342900">
              <a:buFont typeface="Arial" panose="020B0604020202020204" pitchFamily="34" charset="0"/>
              <a:buChar char="•"/>
            </a:pPr>
            <a:r>
              <a:rPr lang="ru-RU" sz="2000" dirty="0"/>
              <a:t>Все даты должны быть в формате ISO 8601 (YYYY-MM-DD).</a:t>
            </a:r>
          </a:p>
          <a:p>
            <a:pPr marL="342900" indent="-342900">
              <a:buFont typeface="Arial" panose="020B0604020202020204" pitchFamily="34" charset="0"/>
              <a:buChar char="•"/>
            </a:pPr>
            <a:r>
              <a:rPr lang="ru-RU" sz="2000" dirty="0"/>
              <a:t>Категории должны соответствовать стандартным значениями CDISC Controlled Terminology.</a:t>
            </a:r>
          </a:p>
          <a:p>
            <a:pPr marL="342900" indent="-342900">
              <a:buFont typeface="Arial" panose="020B0604020202020204" pitchFamily="34" charset="0"/>
              <a:buChar char="•"/>
            </a:pPr>
            <a:r>
              <a:rPr lang="ru-RU" sz="2000" dirty="0"/>
              <a:t>Переменные с суффиксами (--STDTC, --SEQ) имеют чётко определённое значение.</a:t>
            </a:r>
          </a:p>
        </p:txBody>
      </p:sp>
      <p:sp>
        <p:nvSpPr>
          <p:cNvPr id="3" name="Заголовок 2">
            <a:extLst>
              <a:ext uri="{FF2B5EF4-FFF2-40B4-BE49-F238E27FC236}">
                <a16:creationId xmlns:a16="http://schemas.microsoft.com/office/drawing/2014/main" id="{329F498E-55A2-5EF3-EEC8-F5513877EDBD}"/>
              </a:ext>
            </a:extLst>
          </p:cNvPr>
          <p:cNvSpPr>
            <a:spLocks noGrp="1"/>
          </p:cNvSpPr>
          <p:nvPr>
            <p:ph type="title"/>
          </p:nvPr>
        </p:nvSpPr>
        <p:spPr>
          <a:xfrm>
            <a:off x="695325" y="549276"/>
            <a:ext cx="10440000" cy="899504"/>
          </a:xfrm>
        </p:spPr>
        <p:txBody>
          <a:bodyPr/>
          <a:lstStyle/>
          <a:p>
            <a:r>
              <a:rPr lang="en-US" sz="2400" b="1" dirty="0"/>
              <a:t>SDTM</a:t>
            </a:r>
            <a:endParaRPr lang="ru-RU" b="1" dirty="0"/>
          </a:p>
        </p:txBody>
      </p:sp>
    </p:spTree>
    <p:extLst>
      <p:ext uri="{BB962C8B-B14F-4D97-AF65-F5344CB8AC3E}">
        <p14:creationId xmlns:p14="http://schemas.microsoft.com/office/powerpoint/2010/main" val="273128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5304A-1CDF-20D2-0A1D-5DE42B99A5BD}"/>
            </a:ext>
          </a:extLst>
        </p:cNvPr>
        <p:cNvGrpSpPr/>
        <p:nvPr/>
      </p:nvGrpSpPr>
      <p:grpSpPr>
        <a:xfrm>
          <a:off x="0" y="0"/>
          <a:ext cx="0" cy="0"/>
          <a:chOff x="0" y="0"/>
          <a:chExt cx="0" cy="0"/>
        </a:xfrm>
      </p:grpSpPr>
      <p:sp>
        <p:nvSpPr>
          <p:cNvPr id="3" name="Заголовок 2">
            <a:extLst>
              <a:ext uri="{FF2B5EF4-FFF2-40B4-BE49-F238E27FC236}">
                <a16:creationId xmlns:a16="http://schemas.microsoft.com/office/drawing/2014/main" id="{D6E93623-85CA-5785-6894-C34BA870EEA9}"/>
              </a:ext>
            </a:extLst>
          </p:cNvPr>
          <p:cNvSpPr>
            <a:spLocks noGrp="1"/>
          </p:cNvSpPr>
          <p:nvPr>
            <p:ph type="title"/>
          </p:nvPr>
        </p:nvSpPr>
        <p:spPr/>
        <p:txBody>
          <a:bodyPr/>
          <a:lstStyle/>
          <a:p>
            <a:r>
              <a:rPr lang="ru-RU" dirty="0"/>
              <a:t>Познакомиться с </a:t>
            </a:r>
            <a:r>
              <a:rPr lang="en-US" dirty="0" err="1"/>
              <a:t>ADaM</a:t>
            </a:r>
            <a:endParaRPr lang="ru-RU" dirty="0"/>
          </a:p>
        </p:txBody>
      </p:sp>
      <p:pic>
        <p:nvPicPr>
          <p:cNvPr id="4" name="Рисунок 13">
            <a:extLst>
              <a:ext uri="{FF2B5EF4-FFF2-40B4-BE49-F238E27FC236}">
                <a16:creationId xmlns:a16="http://schemas.microsoft.com/office/drawing/2014/main" id="{9B7B3D29-650D-A8E9-6D83-62F766A96B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6224" y="2731501"/>
            <a:ext cx="246143" cy="476902"/>
          </a:xfrm>
          <a:prstGeom prst="rect">
            <a:avLst/>
          </a:prstGeom>
        </p:spPr>
      </p:pic>
      <p:pic>
        <p:nvPicPr>
          <p:cNvPr id="5" name="Рисунок 13">
            <a:extLst>
              <a:ext uri="{FF2B5EF4-FFF2-40B4-BE49-F238E27FC236}">
                <a16:creationId xmlns:a16="http://schemas.microsoft.com/office/drawing/2014/main" id="{8CF3341F-02EE-1033-5BA9-907ABCD5EB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07008" y="2697712"/>
            <a:ext cx="246143" cy="476902"/>
          </a:xfrm>
          <a:prstGeom prst="rect">
            <a:avLst/>
          </a:prstGeom>
        </p:spPr>
      </p:pic>
      <p:pic>
        <p:nvPicPr>
          <p:cNvPr id="6" name="Рисунок 13">
            <a:extLst>
              <a:ext uri="{FF2B5EF4-FFF2-40B4-BE49-F238E27FC236}">
                <a16:creationId xmlns:a16="http://schemas.microsoft.com/office/drawing/2014/main" id="{C75229D0-9022-30F1-5F35-9BE7836F1DF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87792" y="2697712"/>
            <a:ext cx="246143" cy="476902"/>
          </a:xfrm>
          <a:prstGeom prst="rect">
            <a:avLst/>
          </a:prstGeom>
        </p:spPr>
      </p:pic>
      <p:pic>
        <p:nvPicPr>
          <p:cNvPr id="7" name="Рисунок 13">
            <a:extLst>
              <a:ext uri="{FF2B5EF4-FFF2-40B4-BE49-F238E27FC236}">
                <a16:creationId xmlns:a16="http://schemas.microsoft.com/office/drawing/2014/main" id="{9AAC23D4-F907-411A-E16B-6EF3776CED2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8576" y="2731501"/>
            <a:ext cx="246143" cy="476902"/>
          </a:xfrm>
          <a:prstGeom prst="rect">
            <a:avLst/>
          </a:prstGeom>
        </p:spPr>
      </p:pic>
      <p:sp>
        <p:nvSpPr>
          <p:cNvPr id="8" name="Прямоугольник 63">
            <a:extLst>
              <a:ext uri="{FF2B5EF4-FFF2-40B4-BE49-F238E27FC236}">
                <a16:creationId xmlns:a16="http://schemas.microsoft.com/office/drawing/2014/main" id="{C3DD4333-8C29-DC14-F168-C83A4B9F4970}"/>
              </a:ext>
            </a:extLst>
          </p:cNvPr>
          <p:cNvSpPr/>
          <p:nvPr/>
        </p:nvSpPr>
        <p:spPr>
          <a:xfrm>
            <a:off x="2110865" y="2767884"/>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CDASH</a:t>
            </a:r>
            <a:endParaRPr lang="ru-RU" dirty="0">
              <a:solidFill>
                <a:schemeClr val="bg1">
                  <a:lumMod val="75000"/>
                </a:schemeClr>
              </a:solidFill>
            </a:endParaRPr>
          </a:p>
        </p:txBody>
      </p:sp>
      <p:sp>
        <p:nvSpPr>
          <p:cNvPr id="9" name="Прямоугольник 63">
            <a:extLst>
              <a:ext uri="{FF2B5EF4-FFF2-40B4-BE49-F238E27FC236}">
                <a16:creationId xmlns:a16="http://schemas.microsoft.com/office/drawing/2014/main" id="{6BA42EF5-4ED2-B4F0-2BF1-2549450A7E77}"/>
              </a:ext>
            </a:extLst>
          </p:cNvPr>
          <p:cNvSpPr/>
          <p:nvPr/>
        </p:nvSpPr>
        <p:spPr>
          <a:xfrm>
            <a:off x="3791649" y="2732846"/>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SDTM</a:t>
            </a:r>
            <a:endParaRPr lang="ru-RU" dirty="0">
              <a:solidFill>
                <a:schemeClr val="bg1">
                  <a:lumMod val="75000"/>
                </a:schemeClr>
              </a:solidFill>
            </a:endParaRPr>
          </a:p>
        </p:txBody>
      </p:sp>
      <p:sp>
        <p:nvSpPr>
          <p:cNvPr id="10" name="Прямоугольник 63">
            <a:extLst>
              <a:ext uri="{FF2B5EF4-FFF2-40B4-BE49-F238E27FC236}">
                <a16:creationId xmlns:a16="http://schemas.microsoft.com/office/drawing/2014/main" id="{B3D78DC3-29B4-F4F9-4F49-A491480319F7}"/>
              </a:ext>
            </a:extLst>
          </p:cNvPr>
          <p:cNvSpPr/>
          <p:nvPr/>
        </p:nvSpPr>
        <p:spPr>
          <a:xfrm>
            <a:off x="5472433" y="2732848"/>
            <a:ext cx="1196077" cy="39503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2"/>
                </a:solidFill>
              </a:rPr>
              <a:t>ADaM</a:t>
            </a:r>
            <a:endParaRPr lang="ru-RU" dirty="0">
              <a:solidFill>
                <a:schemeClr val="tx2"/>
              </a:solidFill>
            </a:endParaRPr>
          </a:p>
        </p:txBody>
      </p:sp>
      <p:sp>
        <p:nvSpPr>
          <p:cNvPr id="11" name="Прямоугольник 63">
            <a:extLst>
              <a:ext uri="{FF2B5EF4-FFF2-40B4-BE49-F238E27FC236}">
                <a16:creationId xmlns:a16="http://schemas.microsoft.com/office/drawing/2014/main" id="{90643007-D1FC-A962-5402-3751D3D2334C}"/>
              </a:ext>
            </a:extLst>
          </p:cNvPr>
          <p:cNvSpPr/>
          <p:nvPr/>
        </p:nvSpPr>
        <p:spPr>
          <a:xfrm>
            <a:off x="7153217" y="2732847"/>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TFL</a:t>
            </a:r>
            <a:endParaRPr lang="ru-RU" dirty="0">
              <a:solidFill>
                <a:schemeClr val="bg1">
                  <a:lumMod val="75000"/>
                </a:schemeClr>
              </a:solidFill>
            </a:endParaRPr>
          </a:p>
        </p:txBody>
      </p:sp>
      <p:sp>
        <p:nvSpPr>
          <p:cNvPr id="12" name="Прямоугольник 63">
            <a:extLst>
              <a:ext uri="{FF2B5EF4-FFF2-40B4-BE49-F238E27FC236}">
                <a16:creationId xmlns:a16="http://schemas.microsoft.com/office/drawing/2014/main" id="{1EA60B2B-D013-7CD5-4FE4-F2CFB9E128B0}"/>
              </a:ext>
            </a:extLst>
          </p:cNvPr>
          <p:cNvSpPr/>
          <p:nvPr/>
        </p:nvSpPr>
        <p:spPr>
          <a:xfrm>
            <a:off x="8834001" y="2732846"/>
            <a:ext cx="1196077" cy="395031"/>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75000"/>
                  </a:schemeClr>
                </a:solidFill>
              </a:rPr>
              <a:t>CSR</a:t>
            </a:r>
            <a:endParaRPr lang="ru-RU" dirty="0">
              <a:solidFill>
                <a:schemeClr val="bg1">
                  <a:lumMod val="75000"/>
                </a:schemeClr>
              </a:solidFill>
            </a:endParaRPr>
          </a:p>
        </p:txBody>
      </p:sp>
      <p:sp>
        <p:nvSpPr>
          <p:cNvPr id="2" name="Объект 4">
            <a:extLst>
              <a:ext uri="{FF2B5EF4-FFF2-40B4-BE49-F238E27FC236}">
                <a16:creationId xmlns:a16="http://schemas.microsoft.com/office/drawing/2014/main" id="{C6BE10D6-928D-B1E4-DBCA-14942728A65F}"/>
              </a:ext>
            </a:extLst>
          </p:cNvPr>
          <p:cNvSpPr txBox="1">
            <a:spLocks/>
          </p:cNvSpPr>
          <p:nvPr/>
        </p:nvSpPr>
        <p:spPr>
          <a:xfrm>
            <a:off x="695324" y="5995748"/>
            <a:ext cx="10440000" cy="3129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spc="0" baseline="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spc="0" baseline="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spc="0" baseline="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spc="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dirty="0"/>
              <a:t>Ссылка на </a:t>
            </a:r>
            <a:r>
              <a:rPr lang="en-US" dirty="0">
                <a:hlinkClick r:id="rId6"/>
              </a:rPr>
              <a:t>ADaMIG 1.3</a:t>
            </a:r>
            <a:r>
              <a:rPr lang="en-US" dirty="0"/>
              <a:t>  </a:t>
            </a:r>
            <a:r>
              <a:rPr lang="ru-RU" dirty="0"/>
              <a:t>и </a:t>
            </a:r>
            <a:r>
              <a:rPr lang="en-US" dirty="0">
                <a:hlinkClick r:id="rId7"/>
              </a:rPr>
              <a:t>ADaM Structure for OCCDS</a:t>
            </a:r>
            <a:r>
              <a:rPr lang="en-US" dirty="0"/>
              <a:t>  (</a:t>
            </a:r>
            <a:r>
              <a:rPr lang="ru-RU" dirty="0"/>
              <a:t>требуется регистрация)</a:t>
            </a:r>
          </a:p>
        </p:txBody>
      </p:sp>
    </p:spTree>
    <p:extLst>
      <p:ext uri="{BB962C8B-B14F-4D97-AF65-F5344CB8AC3E}">
        <p14:creationId xmlns:p14="http://schemas.microsoft.com/office/powerpoint/2010/main" val="6608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Объект 8">
            <a:extLst>
              <a:ext uri="{FF2B5EF4-FFF2-40B4-BE49-F238E27FC236}">
                <a16:creationId xmlns:a16="http://schemas.microsoft.com/office/drawing/2014/main" id="{40541804-C36F-4796-AF28-42341A82E8D3}"/>
              </a:ext>
            </a:extLst>
          </p:cNvPr>
          <p:cNvSpPr>
            <a:spLocks noGrp="1"/>
          </p:cNvSpPr>
          <p:nvPr>
            <p:ph idx="1"/>
          </p:nvPr>
        </p:nvSpPr>
        <p:spPr>
          <a:xfrm>
            <a:off x="697742" y="3429000"/>
            <a:ext cx="2878896" cy="2411970"/>
          </a:xfrm>
        </p:spPr>
        <p:txBody>
          <a:bodyPr/>
          <a:lstStyle/>
          <a:p>
            <a:r>
              <a:rPr lang="ru-RU" b="1" dirty="0"/>
              <a:t>Эффективным</a:t>
            </a:r>
          </a:p>
          <a:p>
            <a:pPr lvl="0"/>
            <a:r>
              <a:rPr lang="ru-RU" dirty="0"/>
              <a:t>Датасеты должны сопровождаться метаданными и быть готовыми к анализу, не требовать дальнейших преобразований.</a:t>
            </a:r>
          </a:p>
        </p:txBody>
      </p:sp>
      <p:pic>
        <p:nvPicPr>
          <p:cNvPr id="5" name="Рисунок 4">
            <a:extLst>
              <a:ext uri="{FF2B5EF4-FFF2-40B4-BE49-F238E27FC236}">
                <a16:creationId xmlns:a16="http://schemas.microsoft.com/office/drawing/2014/main" id="{8154523E-AEC7-4CD3-BECF-AED852308DF3}"/>
              </a:ext>
            </a:extLst>
          </p:cNvPr>
          <p:cNvPicPr>
            <a:picLocks noGrp="1" noChangeAspect="1"/>
          </p:cNvPicPr>
          <p:nvPr>
            <p:ph type="pic" sz="quarter" idx="10"/>
          </p:nvPr>
        </p:nvPicPr>
        <p:blipFill rotWithShape="1">
          <a:blip r:embed="rId2">
            <a:extLst>
              <a:ext uri="{96DAC541-7B7A-43D3-8B79-37D633B846F1}">
                <asvg:svgBlip xmlns:asvg="http://schemas.microsoft.com/office/drawing/2016/SVG/main" r:embed="rId3"/>
              </a:ext>
            </a:extLst>
          </a:blip>
          <a:srcRect/>
          <a:stretch/>
        </p:blipFill>
        <p:spPr>
          <a:xfrm>
            <a:off x="803337" y="2002745"/>
            <a:ext cx="1080000" cy="1080000"/>
          </a:xfrm>
        </p:spPr>
      </p:pic>
      <p:sp>
        <p:nvSpPr>
          <p:cNvPr id="30" name="Объект 29">
            <a:extLst>
              <a:ext uri="{FF2B5EF4-FFF2-40B4-BE49-F238E27FC236}">
                <a16:creationId xmlns:a16="http://schemas.microsoft.com/office/drawing/2014/main" id="{C7A4A15D-D1EE-4FE0-88EE-C7A7D4688821}"/>
              </a:ext>
            </a:extLst>
          </p:cNvPr>
          <p:cNvSpPr>
            <a:spLocks noGrp="1"/>
          </p:cNvSpPr>
          <p:nvPr>
            <p:ph idx="11"/>
          </p:nvPr>
        </p:nvSpPr>
        <p:spPr>
          <a:xfrm>
            <a:off x="4315674" y="3429000"/>
            <a:ext cx="2878896" cy="2411970"/>
          </a:xfrm>
        </p:spPr>
        <p:txBody>
          <a:bodyPr/>
          <a:lstStyle/>
          <a:p>
            <a:r>
              <a:rPr lang="ru-RU" b="1" dirty="0"/>
              <a:t>Воспроизводимым</a:t>
            </a:r>
          </a:p>
          <a:p>
            <a:r>
              <a:rPr lang="ru-RU" dirty="0"/>
              <a:t>Регулятор может воспроизвести результаты анализа</a:t>
            </a:r>
          </a:p>
        </p:txBody>
      </p:sp>
      <p:sp>
        <p:nvSpPr>
          <p:cNvPr id="32" name="Объект 31">
            <a:extLst>
              <a:ext uri="{FF2B5EF4-FFF2-40B4-BE49-F238E27FC236}">
                <a16:creationId xmlns:a16="http://schemas.microsoft.com/office/drawing/2014/main" id="{E8DB5F54-B1C4-49B5-B1CC-0C800DAF9619}"/>
              </a:ext>
            </a:extLst>
          </p:cNvPr>
          <p:cNvSpPr>
            <a:spLocks noGrp="1"/>
          </p:cNvSpPr>
          <p:nvPr>
            <p:ph idx="13"/>
          </p:nvPr>
        </p:nvSpPr>
        <p:spPr>
          <a:xfrm>
            <a:off x="7908592" y="3429000"/>
            <a:ext cx="2878896" cy="2411970"/>
          </a:xfrm>
        </p:spPr>
        <p:txBody>
          <a:bodyPr/>
          <a:lstStyle/>
          <a:p>
            <a:r>
              <a:rPr lang="ru-RU" b="1" dirty="0"/>
              <a:t>Однозначно понятным</a:t>
            </a:r>
          </a:p>
          <a:p>
            <a:r>
              <a:rPr lang="ru-RU" dirty="0"/>
              <a:t>Ясная и недвусмысленная взаимосвязь;</a:t>
            </a:r>
          </a:p>
          <a:p>
            <a:r>
              <a:rPr lang="ru-RU" dirty="0"/>
              <a:t>Прослеживаемость от </a:t>
            </a:r>
            <a:r>
              <a:rPr lang="en-US" dirty="0"/>
              <a:t>SDTM</a:t>
            </a:r>
            <a:r>
              <a:rPr lang="ru-RU" dirty="0"/>
              <a:t>.</a:t>
            </a:r>
            <a:endParaRPr lang="en-US" dirty="0"/>
          </a:p>
        </p:txBody>
      </p:sp>
      <p:sp>
        <p:nvSpPr>
          <p:cNvPr id="2" name="Заголовок 1">
            <a:extLst>
              <a:ext uri="{FF2B5EF4-FFF2-40B4-BE49-F238E27FC236}">
                <a16:creationId xmlns:a16="http://schemas.microsoft.com/office/drawing/2014/main" id="{2BF69039-1A24-46A8-A7C0-A5D5CF5E0033}"/>
              </a:ext>
            </a:extLst>
          </p:cNvPr>
          <p:cNvSpPr>
            <a:spLocks noGrp="1"/>
          </p:cNvSpPr>
          <p:nvPr>
            <p:ph type="title"/>
          </p:nvPr>
        </p:nvSpPr>
        <p:spPr>
          <a:xfrm>
            <a:off x="695325" y="549276"/>
            <a:ext cx="10440000" cy="899504"/>
          </a:xfrm>
        </p:spPr>
        <p:txBody>
          <a:bodyPr/>
          <a:lstStyle/>
          <a:p>
            <a:r>
              <a:rPr lang="ru-RU" dirty="0"/>
              <a:t>Каким должен быть </a:t>
            </a:r>
            <a:r>
              <a:rPr lang="en-US" dirty="0" err="1"/>
              <a:t>ADaM</a:t>
            </a:r>
            <a:r>
              <a:rPr lang="en-US" dirty="0"/>
              <a:t>?</a:t>
            </a:r>
            <a:endParaRPr lang="ru-RU" dirty="0"/>
          </a:p>
        </p:txBody>
      </p:sp>
      <p:sp>
        <p:nvSpPr>
          <p:cNvPr id="7" name="Picture Placeholder 6">
            <a:extLst>
              <a:ext uri="{FF2B5EF4-FFF2-40B4-BE49-F238E27FC236}">
                <a16:creationId xmlns:a16="http://schemas.microsoft.com/office/drawing/2014/main" id="{AE6F4CB7-4EF6-F262-E91D-3E588BBE3316}"/>
              </a:ext>
            </a:extLst>
          </p:cNvPr>
          <p:cNvSpPr>
            <a:spLocks noGrp="1"/>
          </p:cNvSpPr>
          <p:nvPr>
            <p:ph type="pic" sz="quarter" idx="12"/>
          </p:nvPr>
        </p:nvSpPr>
        <p:spPr/>
        <p:txBody>
          <a:bodyPr/>
          <a:lstStyle/>
          <a:p>
            <a:endParaRPr lang="ru-RU"/>
          </a:p>
        </p:txBody>
      </p:sp>
      <p:pic>
        <p:nvPicPr>
          <p:cNvPr id="8" name="Рисунок 4">
            <a:extLst>
              <a:ext uri="{FF2B5EF4-FFF2-40B4-BE49-F238E27FC236}">
                <a16:creationId xmlns:a16="http://schemas.microsoft.com/office/drawing/2014/main" id="{F83A9179-550E-25ED-1658-EFB0F40B3EE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a:stretch/>
        </p:blipFill>
        <p:spPr>
          <a:xfrm>
            <a:off x="4423686" y="2002745"/>
            <a:ext cx="1080000" cy="1080000"/>
          </a:xfrm>
          <a:prstGeom prst="rect">
            <a:avLst/>
          </a:prstGeom>
        </p:spPr>
      </p:pic>
      <p:sp>
        <p:nvSpPr>
          <p:cNvPr id="13" name="Picture Placeholder 12">
            <a:extLst>
              <a:ext uri="{FF2B5EF4-FFF2-40B4-BE49-F238E27FC236}">
                <a16:creationId xmlns:a16="http://schemas.microsoft.com/office/drawing/2014/main" id="{E3D90C17-F28B-6336-E659-EE6957AE3CE8}"/>
              </a:ext>
            </a:extLst>
          </p:cNvPr>
          <p:cNvSpPr>
            <a:spLocks noGrp="1"/>
          </p:cNvSpPr>
          <p:nvPr>
            <p:ph type="pic" sz="quarter" idx="14"/>
          </p:nvPr>
        </p:nvSpPr>
        <p:spPr/>
        <p:txBody>
          <a:bodyPr/>
          <a:lstStyle/>
          <a:p>
            <a:endParaRPr lang="ru-RU"/>
          </a:p>
        </p:txBody>
      </p:sp>
      <p:pic>
        <p:nvPicPr>
          <p:cNvPr id="14" name="Рисунок 4">
            <a:extLst>
              <a:ext uri="{FF2B5EF4-FFF2-40B4-BE49-F238E27FC236}">
                <a16:creationId xmlns:a16="http://schemas.microsoft.com/office/drawing/2014/main" id="{4DC4DDDA-67A2-BCE3-65F3-94D5F97C42B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a:stretch/>
        </p:blipFill>
        <p:spPr>
          <a:xfrm>
            <a:off x="8039200" y="2002745"/>
            <a:ext cx="1080000" cy="1080000"/>
          </a:xfrm>
          <a:prstGeom prst="rect">
            <a:avLst/>
          </a:prstGeom>
        </p:spPr>
      </p:pic>
    </p:spTree>
    <p:extLst>
      <p:ext uri="{BB962C8B-B14F-4D97-AF65-F5344CB8AC3E}">
        <p14:creationId xmlns:p14="http://schemas.microsoft.com/office/powerpoint/2010/main" val="67910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AE88F8-7693-0F0C-75A5-BB88F0CEBF1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CB022B-8958-A4CD-A168-A995612D8083}"/>
              </a:ext>
            </a:extLst>
          </p:cNvPr>
          <p:cNvSpPr>
            <a:spLocks noGrp="1"/>
          </p:cNvSpPr>
          <p:nvPr>
            <p:ph type="title"/>
          </p:nvPr>
        </p:nvSpPr>
        <p:spPr>
          <a:xfrm>
            <a:off x="695325" y="549276"/>
            <a:ext cx="10440000" cy="899504"/>
          </a:xfrm>
        </p:spPr>
        <p:txBody>
          <a:bodyPr/>
          <a:lstStyle/>
          <a:p>
            <a:r>
              <a:rPr lang="ru-RU" dirty="0"/>
              <a:t>Каким может быть </a:t>
            </a:r>
            <a:r>
              <a:rPr lang="en-US" dirty="0" err="1"/>
              <a:t>ADaM</a:t>
            </a:r>
            <a:r>
              <a:rPr lang="en-US" dirty="0"/>
              <a:t>?</a:t>
            </a:r>
            <a:endParaRPr lang="ru-RU" dirty="0"/>
          </a:p>
        </p:txBody>
      </p:sp>
      <p:pic>
        <p:nvPicPr>
          <p:cNvPr id="17" name="Picture 1" descr="adam%20structure.png">
            <a:extLst>
              <a:ext uri="{FF2B5EF4-FFF2-40B4-BE49-F238E27FC236}">
                <a16:creationId xmlns:a16="http://schemas.microsoft.com/office/drawing/2014/main" id="{4A1A2095-BE4E-1B51-7891-842C9AA70239}"/>
              </a:ext>
            </a:extLst>
          </p:cNvPr>
          <p:cNvPicPr>
            <a:picLocks noGrp="1" noChangeAspect="1"/>
          </p:cNvPicPr>
          <p:nvPr/>
        </p:nvPicPr>
        <p:blipFill>
          <a:blip r:embed="rId2"/>
          <a:stretch>
            <a:fillRect/>
          </a:stretch>
        </p:blipFill>
        <p:spPr bwMode="auto">
          <a:xfrm>
            <a:off x="3195140" y="1448780"/>
            <a:ext cx="5583100" cy="3972927"/>
          </a:xfrm>
          <a:prstGeom prst="rect">
            <a:avLst/>
          </a:prstGeom>
          <a:noFill/>
          <a:ln w="9525">
            <a:noFill/>
            <a:headEnd/>
            <a:tailEnd/>
          </a:ln>
        </p:spPr>
      </p:pic>
    </p:spTree>
    <p:extLst>
      <p:ext uri="{BB962C8B-B14F-4D97-AF65-F5344CB8AC3E}">
        <p14:creationId xmlns:p14="http://schemas.microsoft.com/office/powerpoint/2010/main" val="2133457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FD265273-F249-421D-8654-F3A00F304319}"/>
              </a:ext>
            </a:extLst>
          </p:cNvPr>
          <p:cNvSpPr>
            <a:spLocks noGrp="1"/>
          </p:cNvSpPr>
          <p:nvPr>
            <p:ph idx="1"/>
          </p:nvPr>
        </p:nvSpPr>
        <p:spPr>
          <a:xfrm>
            <a:off x="698501" y="1520825"/>
            <a:ext cx="6579378" cy="4392613"/>
          </a:xfrm>
        </p:spPr>
        <p:txBody>
          <a:bodyPr>
            <a:normAutofit/>
          </a:bodyPr>
          <a:lstStyle/>
          <a:p>
            <a:pPr lvl="0"/>
            <a:r>
              <a:rPr lang="ru-RU" sz="2400" dirty="0"/>
              <a:t>В исследовании только один ADSL.</a:t>
            </a:r>
          </a:p>
        </p:txBody>
      </p:sp>
      <p:sp>
        <p:nvSpPr>
          <p:cNvPr id="3" name="Заголовок 2">
            <a:extLst>
              <a:ext uri="{FF2B5EF4-FFF2-40B4-BE49-F238E27FC236}">
                <a16:creationId xmlns:a16="http://schemas.microsoft.com/office/drawing/2014/main" id="{D1958DDF-3FE2-4A58-9758-7180EFD932FF}"/>
              </a:ext>
            </a:extLst>
          </p:cNvPr>
          <p:cNvSpPr>
            <a:spLocks noGrp="1"/>
          </p:cNvSpPr>
          <p:nvPr>
            <p:ph type="title"/>
          </p:nvPr>
        </p:nvSpPr>
        <p:spPr>
          <a:xfrm>
            <a:off x="695325" y="549276"/>
            <a:ext cx="10440000" cy="899504"/>
          </a:xfrm>
        </p:spPr>
        <p:txBody>
          <a:bodyPr>
            <a:normAutofit/>
          </a:bodyPr>
          <a:lstStyle/>
          <a:p>
            <a:r>
              <a:rPr lang="en-US" sz="2400" b="1" dirty="0"/>
              <a:t>ADSL</a:t>
            </a:r>
            <a:endParaRPr lang="ru-RU" sz="2400" b="1" dirty="0"/>
          </a:p>
        </p:txBody>
      </p:sp>
      <p:sp>
        <p:nvSpPr>
          <p:cNvPr id="8" name="Объект 7">
            <a:extLst>
              <a:ext uri="{FF2B5EF4-FFF2-40B4-BE49-F238E27FC236}">
                <a16:creationId xmlns:a16="http://schemas.microsoft.com/office/drawing/2014/main" id="{C2439E37-437B-4DE7-861E-B392AAD57F94}"/>
              </a:ext>
            </a:extLst>
          </p:cNvPr>
          <p:cNvSpPr>
            <a:spLocks noGrp="1"/>
          </p:cNvSpPr>
          <p:nvPr>
            <p:ph idx="11"/>
          </p:nvPr>
        </p:nvSpPr>
        <p:spPr>
          <a:xfrm>
            <a:off x="7342094" y="1520951"/>
            <a:ext cx="4298731" cy="4392487"/>
          </a:xfrm>
        </p:spPr>
        <p:txBody>
          <a:bodyPr>
            <a:normAutofit fontScale="92500" lnSpcReduction="20000"/>
          </a:bodyPr>
          <a:lstStyle/>
          <a:p>
            <a:pPr lvl="0"/>
            <a:r>
              <a:rPr lang="ru-RU" sz="1400" dirty="0"/>
              <a:t>Subject-level означает что на одного субъекта исследования приходится одна запись. Любые другие датасеты с 1 записью на субъект будут принадлежать к другим классам (например, BDS и т.д.).</a:t>
            </a:r>
          </a:p>
          <a:p>
            <a:pPr lvl="0"/>
            <a:r>
              <a:rPr lang="ru-RU" sz="1400" dirty="0"/>
              <a:t>ADSL содержит:</a:t>
            </a:r>
          </a:p>
          <a:p>
            <a:pPr marL="171450" indent="-171450">
              <a:buFont typeface="Arial" panose="020B0604020202020204" pitchFamily="34" charset="0"/>
              <a:buChar char="•"/>
            </a:pPr>
            <a:r>
              <a:rPr lang="ru-RU" sz="1400" dirty="0"/>
              <a:t>флаги популяции, </a:t>
            </a:r>
          </a:p>
          <a:p>
            <a:pPr marL="171450" indent="-171450">
              <a:buFont typeface="Arial" panose="020B0604020202020204" pitchFamily="34" charset="0"/>
              <a:buChar char="•"/>
            </a:pPr>
            <a:r>
              <a:rPr lang="ru-RU" sz="1400" dirty="0"/>
              <a:t>переменные планируемого и фактического лечения, </a:t>
            </a:r>
          </a:p>
          <a:p>
            <a:pPr marL="171450" indent="-171450">
              <a:buFont typeface="Arial" panose="020B0604020202020204" pitchFamily="34" charset="0"/>
              <a:buChar char="•"/>
            </a:pPr>
            <a:r>
              <a:rPr lang="ru-RU" sz="1400" dirty="0"/>
              <a:t>демографическая информация, </a:t>
            </a:r>
          </a:p>
          <a:p>
            <a:pPr marL="171450" indent="-171450">
              <a:buFont typeface="Arial" panose="020B0604020202020204" pitchFamily="34" charset="0"/>
              <a:buChar char="•"/>
            </a:pPr>
            <a:r>
              <a:rPr lang="ru-RU" sz="1400" dirty="0"/>
              <a:t>информацию о рандомизации, </a:t>
            </a:r>
          </a:p>
          <a:p>
            <a:pPr marL="171450" indent="-171450">
              <a:buFont typeface="Arial" panose="020B0604020202020204" pitchFamily="34" charset="0"/>
              <a:buChar char="•"/>
            </a:pPr>
            <a:r>
              <a:rPr lang="ru-RU" sz="1400" dirty="0"/>
              <a:t>важные даты и т.д.</a:t>
            </a:r>
          </a:p>
          <a:p>
            <a:pPr lvl="0"/>
            <a:r>
              <a:rPr lang="ru-RU" sz="1400" dirty="0"/>
              <a:t>Структура ADSL позволяет объединить его с любым другим датасетом, включая SDTM. </a:t>
            </a:r>
          </a:p>
          <a:p>
            <a:pPr lvl="0"/>
            <a:r>
              <a:rPr lang="ru-RU" sz="1400" dirty="0"/>
              <a:t>ADSL является источником subject-level переменных, используемых в других датасетах ADaM.</a:t>
            </a:r>
          </a:p>
          <a:p>
            <a:endParaRPr lang="ru-RU" sz="1400" dirty="0"/>
          </a:p>
          <a:p>
            <a:endParaRPr lang="ru-RU" sz="1400" dirty="0"/>
          </a:p>
        </p:txBody>
      </p:sp>
    </p:spTree>
    <p:extLst>
      <p:ext uri="{BB962C8B-B14F-4D97-AF65-F5344CB8AC3E}">
        <p14:creationId xmlns:p14="http://schemas.microsoft.com/office/powerpoint/2010/main" val="3934707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CE223-6375-2148-89BE-B49A46C713B5}"/>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8EEF6CD4-9857-014E-80BE-F6518EE817EF}"/>
              </a:ext>
            </a:extLst>
          </p:cNvPr>
          <p:cNvSpPr>
            <a:spLocks noGrp="1"/>
          </p:cNvSpPr>
          <p:nvPr>
            <p:ph idx="1"/>
          </p:nvPr>
        </p:nvSpPr>
        <p:spPr>
          <a:xfrm>
            <a:off x="708025" y="1520825"/>
            <a:ext cx="10436823" cy="4474923"/>
          </a:xfrm>
        </p:spPr>
        <p:txBody>
          <a:bodyPr>
            <a:normAutofit/>
          </a:bodyPr>
          <a:lstStyle/>
          <a:p>
            <a:r>
              <a:rPr lang="ru-RU" sz="2000" dirty="0"/>
              <a:t>ADaM типа BDS содержит одну или более записей для каждого субъекта для каждого параметра анализа для каждой временной точки анализа. </a:t>
            </a:r>
          </a:p>
          <a:p>
            <a:pPr lvl="0"/>
            <a:endParaRPr lang="en-US" sz="2000" dirty="0"/>
          </a:p>
          <a:p>
            <a:pPr lvl="0"/>
            <a:r>
              <a:rPr lang="ru-RU" sz="2000" dirty="0"/>
              <a:t>Если временная точка анализа отсутствует, BDS представляет собой одну или несколько записей на субъект для каждого параметра анализа.</a:t>
            </a:r>
          </a:p>
        </p:txBody>
      </p:sp>
      <p:sp>
        <p:nvSpPr>
          <p:cNvPr id="3" name="Заголовок 2">
            <a:extLst>
              <a:ext uri="{FF2B5EF4-FFF2-40B4-BE49-F238E27FC236}">
                <a16:creationId xmlns:a16="http://schemas.microsoft.com/office/drawing/2014/main" id="{107D047F-0613-7C7B-4A1A-847AC0C5F4EC}"/>
              </a:ext>
            </a:extLst>
          </p:cNvPr>
          <p:cNvSpPr>
            <a:spLocks noGrp="1"/>
          </p:cNvSpPr>
          <p:nvPr>
            <p:ph type="title"/>
          </p:nvPr>
        </p:nvSpPr>
        <p:spPr>
          <a:xfrm>
            <a:off x="695325" y="549276"/>
            <a:ext cx="10440000" cy="899504"/>
          </a:xfrm>
        </p:spPr>
        <p:txBody>
          <a:bodyPr/>
          <a:lstStyle/>
          <a:p>
            <a:r>
              <a:rPr lang="en-US" sz="2400" b="1" dirty="0"/>
              <a:t>BDS</a:t>
            </a:r>
            <a:endParaRPr lang="ru-RU" b="1" dirty="0"/>
          </a:p>
        </p:txBody>
      </p:sp>
    </p:spTree>
    <p:extLst>
      <p:ext uri="{BB962C8B-B14F-4D97-AF65-F5344CB8AC3E}">
        <p14:creationId xmlns:p14="http://schemas.microsoft.com/office/powerpoint/2010/main" val="3824261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62335-EF32-108C-94AA-21284A2939F7}"/>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128C2025-71ED-9E67-F8C0-3FE36840A88E}"/>
              </a:ext>
            </a:extLst>
          </p:cNvPr>
          <p:cNvSpPr>
            <a:spLocks noGrp="1"/>
          </p:cNvSpPr>
          <p:nvPr>
            <p:ph idx="1"/>
          </p:nvPr>
        </p:nvSpPr>
        <p:spPr>
          <a:xfrm>
            <a:off x="708025" y="1520825"/>
            <a:ext cx="10436823" cy="4474923"/>
          </a:xfrm>
        </p:spPr>
        <p:txBody>
          <a:bodyPr>
            <a:normAutofit/>
          </a:bodyPr>
          <a:lstStyle/>
          <a:p>
            <a:pPr lvl="0"/>
            <a:r>
              <a:rPr lang="ru-RU" sz="2000" dirty="0"/>
              <a:t>Характерные переменные:</a:t>
            </a:r>
          </a:p>
          <a:p>
            <a:pPr marL="457200" indent="-457200">
              <a:buFont typeface="Arial" panose="020B0604020202020204" pitchFamily="34" charset="0"/>
              <a:buChar char="•"/>
            </a:pPr>
            <a:r>
              <a:rPr lang="ru-RU" sz="2000" dirty="0"/>
              <a:t>Analysis value (AVAL) – значение;</a:t>
            </a:r>
          </a:p>
          <a:p>
            <a:pPr marL="457200" indent="-457200">
              <a:buFont typeface="Arial" panose="020B0604020202020204" pitchFamily="34" charset="0"/>
              <a:buChar char="•"/>
            </a:pPr>
            <a:r>
              <a:rPr lang="ru-RU" sz="2000" dirty="0"/>
              <a:t>Parameter (PARAM) – описание параметра. </a:t>
            </a:r>
          </a:p>
          <a:p>
            <a:r>
              <a:rPr lang="ru-RU" sz="2000" dirty="0"/>
              <a:t>Другие переменные предоставляют дополнительную информацию об AVAL, описывают и отслеживают ее получение (например, DTYPE) или позволяют проводить ее анализ (например, переменные обработки, ковариаты).</a:t>
            </a:r>
          </a:p>
        </p:txBody>
      </p:sp>
      <p:sp>
        <p:nvSpPr>
          <p:cNvPr id="3" name="Заголовок 2">
            <a:extLst>
              <a:ext uri="{FF2B5EF4-FFF2-40B4-BE49-F238E27FC236}">
                <a16:creationId xmlns:a16="http://schemas.microsoft.com/office/drawing/2014/main" id="{458D27F1-FDD5-D6F4-FC25-F53AAADF1585}"/>
              </a:ext>
            </a:extLst>
          </p:cNvPr>
          <p:cNvSpPr>
            <a:spLocks noGrp="1"/>
          </p:cNvSpPr>
          <p:nvPr>
            <p:ph type="title"/>
          </p:nvPr>
        </p:nvSpPr>
        <p:spPr>
          <a:xfrm>
            <a:off x="695325" y="549276"/>
            <a:ext cx="10440000" cy="899504"/>
          </a:xfrm>
        </p:spPr>
        <p:txBody>
          <a:bodyPr>
            <a:normAutofit/>
          </a:bodyPr>
          <a:lstStyle/>
          <a:p>
            <a:r>
              <a:rPr lang="en-US" sz="2400" b="1" dirty="0"/>
              <a:t>BDS</a:t>
            </a:r>
            <a:endParaRPr lang="ru-RU" sz="2400" dirty="0"/>
          </a:p>
        </p:txBody>
      </p:sp>
    </p:spTree>
    <p:extLst>
      <p:ext uri="{BB962C8B-B14F-4D97-AF65-F5344CB8AC3E}">
        <p14:creationId xmlns:p14="http://schemas.microsoft.com/office/powerpoint/2010/main" val="329787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9BA57-7F5A-8990-34E1-0A8045BB2D3A}"/>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9A2E568A-F97F-C368-4160-5E703F4E8369}"/>
              </a:ext>
            </a:extLst>
          </p:cNvPr>
          <p:cNvSpPr>
            <a:spLocks noGrp="1"/>
          </p:cNvSpPr>
          <p:nvPr>
            <p:ph idx="1"/>
          </p:nvPr>
        </p:nvSpPr>
        <p:spPr>
          <a:xfrm>
            <a:off x="708025" y="1520825"/>
            <a:ext cx="10436823" cy="4474923"/>
          </a:xfrm>
        </p:spPr>
        <p:txBody>
          <a:bodyPr>
            <a:normAutofit/>
          </a:bodyPr>
          <a:lstStyle/>
          <a:p>
            <a:pPr lvl="0"/>
            <a:r>
              <a:rPr lang="ru-RU" sz="2000" dirty="0"/>
              <a:t>Характерные переменные:</a:t>
            </a:r>
          </a:p>
          <a:p>
            <a:pPr marL="457200" indent="-457200">
              <a:buFont typeface="Arial" panose="020B0604020202020204" pitchFamily="34" charset="0"/>
              <a:buChar char="•"/>
            </a:pPr>
            <a:r>
              <a:rPr lang="en-US" sz="2000" dirty="0"/>
              <a:t>Analysis Visit (AVISIT); </a:t>
            </a:r>
          </a:p>
          <a:p>
            <a:pPr marL="457200" indent="-457200">
              <a:buFont typeface="Arial" panose="020B0604020202020204" pitchFamily="34" charset="0"/>
              <a:buChar char="•"/>
            </a:pPr>
            <a:r>
              <a:rPr lang="en-US" sz="2000" dirty="0"/>
              <a:t>Analysis Timepoint (ATPT);</a:t>
            </a:r>
          </a:p>
          <a:p>
            <a:pPr marL="457200" indent="-457200">
              <a:buFont typeface="Arial" panose="020B0604020202020204" pitchFamily="34" charset="0"/>
              <a:buChar char="•"/>
            </a:pPr>
            <a:r>
              <a:rPr lang="en-US" sz="2000" dirty="0"/>
              <a:t>Baseline Type (BASETYPE) </a:t>
            </a:r>
            <a:r>
              <a:rPr lang="ru-RU" sz="2000" dirty="0"/>
              <a:t>необходима, когда в одном датасете более одного определения бейзлайна для данного параметра анализа (</a:t>
            </a:r>
            <a:r>
              <a:rPr lang="en-US" sz="2000" dirty="0"/>
              <a:t>PARAM) </a:t>
            </a:r>
            <a:r>
              <a:rPr lang="ru-RU" sz="2000" dirty="0"/>
              <a:t>и т.д.</a:t>
            </a:r>
          </a:p>
        </p:txBody>
      </p:sp>
      <p:sp>
        <p:nvSpPr>
          <p:cNvPr id="3" name="Заголовок 2">
            <a:extLst>
              <a:ext uri="{FF2B5EF4-FFF2-40B4-BE49-F238E27FC236}">
                <a16:creationId xmlns:a16="http://schemas.microsoft.com/office/drawing/2014/main" id="{BB56A921-3BDA-2AA7-5D14-406CAF5BF82C}"/>
              </a:ext>
            </a:extLst>
          </p:cNvPr>
          <p:cNvSpPr>
            <a:spLocks noGrp="1"/>
          </p:cNvSpPr>
          <p:nvPr>
            <p:ph type="title"/>
          </p:nvPr>
        </p:nvSpPr>
        <p:spPr>
          <a:xfrm>
            <a:off x="695325" y="549276"/>
            <a:ext cx="10440000" cy="899504"/>
          </a:xfrm>
        </p:spPr>
        <p:txBody>
          <a:bodyPr>
            <a:normAutofit/>
          </a:bodyPr>
          <a:lstStyle/>
          <a:p>
            <a:r>
              <a:rPr lang="en-US" sz="2400" b="1" dirty="0"/>
              <a:t>BDS</a:t>
            </a:r>
            <a:endParaRPr lang="ru-RU" sz="2400" dirty="0"/>
          </a:p>
        </p:txBody>
      </p:sp>
    </p:spTree>
    <p:extLst>
      <p:ext uri="{BB962C8B-B14F-4D97-AF65-F5344CB8AC3E}">
        <p14:creationId xmlns:p14="http://schemas.microsoft.com/office/powerpoint/2010/main" val="3640779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9322-6545-E274-A0FD-D915C26EDF93}"/>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279C6906-9541-E7DC-C5BF-88352F535F69}"/>
              </a:ext>
            </a:extLst>
          </p:cNvPr>
          <p:cNvSpPr>
            <a:spLocks noGrp="1"/>
          </p:cNvSpPr>
          <p:nvPr>
            <p:ph idx="1"/>
          </p:nvPr>
        </p:nvSpPr>
        <p:spPr>
          <a:xfrm>
            <a:off x="708025" y="1520825"/>
            <a:ext cx="10436823" cy="4474923"/>
          </a:xfrm>
        </p:spPr>
        <p:txBody>
          <a:bodyPr>
            <a:normAutofit/>
          </a:bodyPr>
          <a:lstStyle/>
          <a:p>
            <a:pPr lvl="0"/>
            <a:r>
              <a:rPr lang="ru-RU" sz="2000" dirty="0"/>
              <a:t>Анализ встречаемости, например, с какой частотой происходило то или иное явление.</a:t>
            </a:r>
          </a:p>
          <a:p>
            <a:pPr lvl="0"/>
            <a:r>
              <a:rPr lang="ru-RU" sz="2000" dirty="0"/>
              <a:t>Яркий пример – ADAE, датасет, содержащий нежелательные вления. Данные по НЯ проходят медицинское кодирование.</a:t>
            </a:r>
          </a:p>
          <a:p>
            <a:pPr lvl="0"/>
            <a:r>
              <a:rPr lang="ru-RU" sz="2000" dirty="0"/>
              <a:t>А также ADCM (Concomitant medication), ADMH (Medical History) и т.д.</a:t>
            </a:r>
          </a:p>
          <a:p>
            <a:pPr lvl="0"/>
            <a:r>
              <a:rPr lang="ru-RU" sz="2000" dirty="0">
                <a:hlinkClick r:id="rId2"/>
              </a:rPr>
              <a:t>Подробно о ключевых переменных -- Implementation Guide</a:t>
            </a:r>
          </a:p>
        </p:txBody>
      </p:sp>
      <p:sp>
        <p:nvSpPr>
          <p:cNvPr id="3" name="Заголовок 2">
            <a:extLst>
              <a:ext uri="{FF2B5EF4-FFF2-40B4-BE49-F238E27FC236}">
                <a16:creationId xmlns:a16="http://schemas.microsoft.com/office/drawing/2014/main" id="{64605454-9D58-1887-9739-257947C1A54F}"/>
              </a:ext>
            </a:extLst>
          </p:cNvPr>
          <p:cNvSpPr>
            <a:spLocks noGrp="1"/>
          </p:cNvSpPr>
          <p:nvPr>
            <p:ph type="title"/>
          </p:nvPr>
        </p:nvSpPr>
        <p:spPr>
          <a:xfrm>
            <a:off x="695325" y="549276"/>
            <a:ext cx="10440000" cy="899504"/>
          </a:xfrm>
        </p:spPr>
        <p:txBody>
          <a:bodyPr>
            <a:normAutofit/>
          </a:bodyPr>
          <a:lstStyle/>
          <a:p>
            <a:r>
              <a:rPr lang="en-US" sz="2400" b="1" dirty="0"/>
              <a:t>Structure for Occurrence Data (OCCDS)</a:t>
            </a:r>
            <a:endParaRPr lang="ru-RU" sz="2400" b="1" dirty="0"/>
          </a:p>
        </p:txBody>
      </p:sp>
    </p:spTree>
    <p:extLst>
      <p:ext uri="{BB962C8B-B14F-4D97-AF65-F5344CB8AC3E}">
        <p14:creationId xmlns:p14="http://schemas.microsoft.com/office/powerpoint/2010/main" val="2293439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D28B6-98D3-3A78-CD35-E4A9E4030063}"/>
            </a:ext>
          </a:extLst>
        </p:cNvPr>
        <p:cNvGrpSpPr/>
        <p:nvPr/>
      </p:nvGrpSpPr>
      <p:grpSpPr>
        <a:xfrm>
          <a:off x="0" y="0"/>
          <a:ext cx="0" cy="0"/>
          <a:chOff x="0" y="0"/>
          <a:chExt cx="0" cy="0"/>
        </a:xfrm>
      </p:grpSpPr>
      <p:sp>
        <p:nvSpPr>
          <p:cNvPr id="2" name="Объект 1">
            <a:extLst>
              <a:ext uri="{FF2B5EF4-FFF2-40B4-BE49-F238E27FC236}">
                <a16:creationId xmlns:a16="http://schemas.microsoft.com/office/drawing/2014/main" id="{F4874B5E-110C-F86E-BF12-49CCB97012DE}"/>
              </a:ext>
            </a:extLst>
          </p:cNvPr>
          <p:cNvSpPr>
            <a:spLocks noGrp="1"/>
          </p:cNvSpPr>
          <p:nvPr>
            <p:ph idx="1"/>
          </p:nvPr>
        </p:nvSpPr>
        <p:spPr>
          <a:xfrm>
            <a:off x="697742" y="1520788"/>
            <a:ext cx="11145315" cy="4728663"/>
          </a:xfrm>
        </p:spPr>
        <p:txBody>
          <a:bodyPr/>
          <a:lstStyle/>
          <a:p>
            <a:r>
              <a:rPr lang="en-US" b="1" dirty="0"/>
              <a:t>SAS</a:t>
            </a:r>
          </a:p>
          <a:p>
            <a:r>
              <a:rPr lang="ru-RU" dirty="0"/>
              <a:t>Используются стандарные для этого языка инструмен (</a:t>
            </a:r>
            <a:r>
              <a:rPr lang="en-US" dirty="0"/>
              <a:t>data steps, procs, </a:t>
            </a:r>
            <a:r>
              <a:rPr lang="ru-RU" dirty="0"/>
              <a:t>макросы)</a:t>
            </a:r>
          </a:p>
          <a:p>
            <a:endParaRPr lang="ru-RU" dirty="0"/>
          </a:p>
          <a:p>
            <a:r>
              <a:rPr lang="en-US" b="1" dirty="0"/>
              <a:t>R</a:t>
            </a:r>
          </a:p>
          <a:p>
            <a:r>
              <a:rPr lang="en-US" b="1" dirty="0"/>
              <a:t>admiral</a:t>
            </a:r>
            <a:r>
              <a:rPr lang="en-US" dirty="0"/>
              <a:t> (ADaM in R Asset Library) — open-source </a:t>
            </a:r>
            <a:r>
              <a:rPr lang="ru-RU" dirty="0"/>
              <a:t>фреймворк от </a:t>
            </a:r>
            <a:r>
              <a:rPr lang="en-US" dirty="0"/>
              <a:t>Roche </a:t>
            </a:r>
            <a:r>
              <a:rPr lang="ru-RU" dirty="0"/>
              <a:t>для создания </a:t>
            </a:r>
            <a:r>
              <a:rPr lang="en-US" dirty="0"/>
              <a:t>SDTM </a:t>
            </a:r>
            <a:r>
              <a:rPr lang="ru-RU" dirty="0"/>
              <a:t>и </a:t>
            </a:r>
            <a:r>
              <a:rPr lang="en-US" dirty="0"/>
              <a:t>ADaM.</a:t>
            </a:r>
          </a:p>
          <a:p>
            <a:r>
              <a:rPr lang="ru-RU" dirty="0"/>
              <a:t>Построен на </a:t>
            </a:r>
            <a:r>
              <a:rPr lang="en-US" b="1" dirty="0"/>
              <a:t>tidyverse</a:t>
            </a:r>
            <a:r>
              <a:rPr lang="en-US" dirty="0"/>
              <a:t>: </a:t>
            </a:r>
            <a:r>
              <a:rPr lang="en-US" dirty="0" err="1"/>
              <a:t>dplyr</a:t>
            </a:r>
            <a:r>
              <a:rPr lang="en-US" dirty="0"/>
              <a:t>, </a:t>
            </a:r>
            <a:r>
              <a:rPr lang="en-US" dirty="0" err="1"/>
              <a:t>tidyr</a:t>
            </a:r>
            <a:r>
              <a:rPr lang="en-US" dirty="0"/>
              <a:t>, </a:t>
            </a:r>
            <a:r>
              <a:rPr lang="en-US" dirty="0" err="1"/>
              <a:t>purrr</a:t>
            </a:r>
            <a:r>
              <a:rPr lang="en-US" dirty="0"/>
              <a:t> </a:t>
            </a:r>
            <a:r>
              <a:rPr lang="ru-RU" dirty="0"/>
              <a:t>и др.</a:t>
            </a:r>
          </a:p>
          <a:p>
            <a:r>
              <a:rPr lang="ru-RU" dirty="0"/>
              <a:t>Позволяет писать более читаемый, модульный и воспроизводимый код.</a:t>
            </a:r>
          </a:p>
          <a:p>
            <a:r>
              <a:rPr lang="ru-RU" dirty="0"/>
              <a:t>Ссылка на сайт семейства пакетов </a:t>
            </a:r>
            <a:r>
              <a:rPr lang="en-US" dirty="0">
                <a:hlinkClick r:id="rId2"/>
              </a:rPr>
              <a:t>pharmaverse</a:t>
            </a:r>
            <a:endParaRPr lang="ru-RU" dirty="0"/>
          </a:p>
        </p:txBody>
      </p:sp>
      <p:sp>
        <p:nvSpPr>
          <p:cNvPr id="3" name="Заголовок 2">
            <a:extLst>
              <a:ext uri="{FF2B5EF4-FFF2-40B4-BE49-F238E27FC236}">
                <a16:creationId xmlns:a16="http://schemas.microsoft.com/office/drawing/2014/main" id="{2834152C-440B-006E-F555-3D70A9CCF144}"/>
              </a:ext>
            </a:extLst>
          </p:cNvPr>
          <p:cNvSpPr>
            <a:spLocks noGrp="1"/>
          </p:cNvSpPr>
          <p:nvPr>
            <p:ph type="title"/>
          </p:nvPr>
        </p:nvSpPr>
        <p:spPr/>
        <p:txBody>
          <a:bodyPr/>
          <a:lstStyle/>
          <a:p>
            <a:r>
              <a:rPr lang="ru-RU" dirty="0"/>
              <a:t>Инструменты для работы</a:t>
            </a:r>
          </a:p>
        </p:txBody>
      </p:sp>
    </p:spTree>
    <p:extLst>
      <p:ext uri="{BB962C8B-B14F-4D97-AF65-F5344CB8AC3E}">
        <p14:creationId xmlns:p14="http://schemas.microsoft.com/office/powerpoint/2010/main" val="3412068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ъект 1">
            <a:extLst>
              <a:ext uri="{FF2B5EF4-FFF2-40B4-BE49-F238E27FC236}">
                <a16:creationId xmlns:a16="http://schemas.microsoft.com/office/drawing/2014/main" id="{93CE7D3A-A840-4D0C-80E3-9DBA5B0B1245}"/>
              </a:ext>
            </a:extLst>
          </p:cNvPr>
          <p:cNvSpPr>
            <a:spLocks noGrp="1"/>
          </p:cNvSpPr>
          <p:nvPr>
            <p:ph idx="1"/>
          </p:nvPr>
        </p:nvSpPr>
        <p:spPr>
          <a:xfrm>
            <a:off x="4301269" y="549275"/>
            <a:ext cx="7208993" cy="5759449"/>
          </a:xfrm>
        </p:spPr>
        <p:txBody>
          <a:bodyPr/>
          <a:lstStyle/>
          <a:p>
            <a:pPr lvl="0"/>
            <a:r>
              <a:rPr lang="ru-RU" dirty="0"/>
              <a:t>Из </a:t>
            </a:r>
            <a:r>
              <a:rPr lang="en-US" dirty="0"/>
              <a:t>SDTM-like </a:t>
            </a:r>
            <a:r>
              <a:rPr lang="ru-RU" dirty="0"/>
              <a:t>файлов инструментами </a:t>
            </a:r>
            <a:r>
              <a:rPr lang="en-US" dirty="0"/>
              <a:t>tidyverse </a:t>
            </a:r>
            <a:r>
              <a:rPr lang="ru-RU" dirty="0"/>
              <a:t>собираем </a:t>
            </a:r>
            <a:r>
              <a:rPr lang="en-US" dirty="0"/>
              <a:t>ADSL-like </a:t>
            </a:r>
            <a:r>
              <a:rPr lang="ru-RU" dirty="0"/>
              <a:t>датасет.</a:t>
            </a:r>
          </a:p>
          <a:p>
            <a:pPr lvl="0"/>
            <a:r>
              <a:rPr lang="ru-RU" b="1" dirty="0"/>
              <a:t>Папки</a:t>
            </a:r>
            <a:r>
              <a:rPr lang="ru-RU" dirty="0"/>
              <a:t>:</a:t>
            </a:r>
          </a:p>
          <a:p>
            <a:pPr marL="285750" lvl="0" indent="-285750">
              <a:buFont typeface="Arial" panose="020B0604020202020204" pitchFamily="34" charset="0"/>
              <a:buChar char="•"/>
            </a:pPr>
            <a:r>
              <a:rPr lang="en-US" b="1" dirty="0"/>
              <a:t>Specs</a:t>
            </a:r>
            <a:r>
              <a:rPr lang="en-US" dirty="0"/>
              <a:t>: </a:t>
            </a:r>
            <a:r>
              <a:rPr lang="ru-RU" dirty="0"/>
              <a:t>содержит спецификацию, по которой будем программировать;</a:t>
            </a:r>
          </a:p>
          <a:p>
            <a:pPr marL="285750" lvl="0" indent="-285750">
              <a:buFont typeface="Arial" panose="020B0604020202020204" pitchFamily="34" charset="0"/>
              <a:buChar char="•"/>
            </a:pPr>
            <a:r>
              <a:rPr lang="en-US" b="1" dirty="0"/>
              <a:t>SDTM</a:t>
            </a:r>
            <a:r>
              <a:rPr lang="en-US" dirty="0"/>
              <a:t>: </a:t>
            </a:r>
            <a:r>
              <a:rPr lang="ru-RU" dirty="0"/>
              <a:t>содержит файлы, на основе которых будем собирать </a:t>
            </a:r>
            <a:r>
              <a:rPr lang="en-US" dirty="0"/>
              <a:t>ADSL</a:t>
            </a:r>
            <a:r>
              <a:rPr lang="ru-RU" dirty="0"/>
              <a:t>;</a:t>
            </a:r>
            <a:endParaRPr lang="en-US" dirty="0"/>
          </a:p>
          <a:p>
            <a:pPr marL="285750" lvl="0" indent="-285750">
              <a:buFont typeface="Arial" panose="020B0604020202020204" pitchFamily="34" charset="0"/>
              <a:buChar char="•"/>
            </a:pPr>
            <a:r>
              <a:rPr lang="ru-RU" dirty="0"/>
              <a:t>в папку </a:t>
            </a:r>
            <a:r>
              <a:rPr lang="en-US" b="1" dirty="0" err="1"/>
              <a:t>ADaM</a:t>
            </a:r>
            <a:r>
              <a:rPr lang="en-US" dirty="0"/>
              <a:t> </a:t>
            </a:r>
            <a:r>
              <a:rPr lang="ru-RU" dirty="0"/>
              <a:t>положим свой </a:t>
            </a:r>
            <a:r>
              <a:rPr lang="en-US" dirty="0"/>
              <a:t>ADSL.</a:t>
            </a:r>
            <a:endParaRPr lang="ru-RU" dirty="0"/>
          </a:p>
        </p:txBody>
      </p:sp>
      <p:sp>
        <p:nvSpPr>
          <p:cNvPr id="3" name="Заголовок 2">
            <a:extLst>
              <a:ext uri="{FF2B5EF4-FFF2-40B4-BE49-F238E27FC236}">
                <a16:creationId xmlns:a16="http://schemas.microsoft.com/office/drawing/2014/main" id="{D72175AF-F7CA-4C66-BC15-9159CF672F83}"/>
              </a:ext>
            </a:extLst>
          </p:cNvPr>
          <p:cNvSpPr>
            <a:spLocks noGrp="1"/>
          </p:cNvSpPr>
          <p:nvPr>
            <p:ph type="title"/>
          </p:nvPr>
        </p:nvSpPr>
        <p:spPr>
          <a:xfrm>
            <a:off x="368614" y="549275"/>
            <a:ext cx="2784722" cy="2051633"/>
          </a:xfrm>
        </p:spPr>
        <p:txBody>
          <a:bodyPr/>
          <a:lstStyle/>
          <a:p>
            <a:r>
              <a:rPr lang="ru-RU" dirty="0"/>
              <a:t>Лайф-кодинг</a:t>
            </a:r>
          </a:p>
        </p:txBody>
      </p:sp>
    </p:spTree>
    <p:extLst>
      <p:ext uri="{BB962C8B-B14F-4D97-AF65-F5344CB8AC3E}">
        <p14:creationId xmlns:p14="http://schemas.microsoft.com/office/powerpoint/2010/main" val="1539670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D72175AF-F7CA-4C66-BC15-9159CF672F83}"/>
              </a:ext>
            </a:extLst>
          </p:cNvPr>
          <p:cNvSpPr>
            <a:spLocks noGrp="1"/>
          </p:cNvSpPr>
          <p:nvPr>
            <p:ph type="title"/>
          </p:nvPr>
        </p:nvSpPr>
        <p:spPr>
          <a:xfrm>
            <a:off x="704790" y="549274"/>
            <a:ext cx="2520000" cy="2051633"/>
          </a:xfrm>
        </p:spPr>
        <p:txBody>
          <a:bodyPr/>
          <a:lstStyle/>
          <a:p>
            <a:r>
              <a:rPr lang="ru-RU" dirty="0"/>
              <a:t>Домашнее задание</a:t>
            </a:r>
          </a:p>
        </p:txBody>
      </p:sp>
      <p:sp>
        <p:nvSpPr>
          <p:cNvPr id="2" name="Объект 1">
            <a:extLst>
              <a:ext uri="{FF2B5EF4-FFF2-40B4-BE49-F238E27FC236}">
                <a16:creationId xmlns:a16="http://schemas.microsoft.com/office/drawing/2014/main" id="{93CE7D3A-A840-4D0C-80E3-9DBA5B0B1245}"/>
              </a:ext>
            </a:extLst>
          </p:cNvPr>
          <p:cNvSpPr>
            <a:spLocks noGrp="1"/>
          </p:cNvSpPr>
          <p:nvPr>
            <p:ph idx="1"/>
          </p:nvPr>
        </p:nvSpPr>
        <p:spPr>
          <a:xfrm>
            <a:off x="4301269" y="549275"/>
            <a:ext cx="7208993" cy="5759449"/>
          </a:xfrm>
        </p:spPr>
        <p:txBody>
          <a:bodyPr/>
          <a:lstStyle/>
          <a:p>
            <a:r>
              <a:rPr lang="ru-RU" dirty="0"/>
              <a:t>Согласно спецификации соберите датасет с анамнезом субъектов ADMH на основе ADSL и домена MH. </a:t>
            </a:r>
          </a:p>
          <a:p>
            <a:r>
              <a:rPr lang="ru-RU" b="1" dirty="0"/>
              <a:t>Обратите внимание на содержимое переменной MHTERM, не во всех строках оно несет наполнение, что с этим нужно сделать? К какому типу относится собираемый датасет.</a:t>
            </a:r>
          </a:p>
          <a:p>
            <a:r>
              <a:rPr lang="ru-RU" dirty="0"/>
              <a:t>Спецификация содержит столбец Core со статусом переменной, наличие значений в Req-переменных критически важно для оценки. </a:t>
            </a:r>
            <a:br>
              <a:rPr lang="ru-RU" dirty="0"/>
            </a:br>
            <a:r>
              <a:rPr lang="ru-RU" dirty="0"/>
              <a:t>Приложите ссылку на свой гитхаб, в котором будет сохранена вся файловая структура архива; в папке ADaM-like должен находиться сделанный ADMH. Не забудьте приложить скрипт и добавить преподавателей в коллабораторы – это поможет разобраться в причинах ошибок (если они случатся) и дать вам рекомендации. </a:t>
            </a:r>
            <a:br>
              <a:rPr lang="ru-RU" dirty="0"/>
            </a:br>
            <a:br>
              <a:rPr lang="ru-RU" dirty="0"/>
            </a:br>
            <a:r>
              <a:rPr lang="ru-RU" dirty="0"/>
              <a:t>При возникновении вопросов по выполнению задания или его содержимому вы можете тегать преподавателей в чате или писать в личные сообщения: @laufeysdottir и @sl2sl2</a:t>
            </a:r>
          </a:p>
          <a:p>
            <a:r>
              <a:rPr lang="ru-RU" b="1" dirty="0"/>
              <a:t>Постарайтесь не использовать ИИ!</a:t>
            </a:r>
          </a:p>
        </p:txBody>
      </p:sp>
    </p:spTree>
    <p:extLst>
      <p:ext uri="{BB962C8B-B14F-4D97-AF65-F5344CB8AC3E}">
        <p14:creationId xmlns:p14="http://schemas.microsoft.com/office/powerpoint/2010/main" val="1619133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a:extLst>
              <a:ext uri="{FF2B5EF4-FFF2-40B4-BE49-F238E27FC236}">
                <a16:creationId xmlns:a16="http://schemas.microsoft.com/office/drawing/2014/main" id="{D2C81F85-988E-436B-99D6-91E1D1511548}"/>
              </a:ext>
            </a:extLst>
          </p:cNvPr>
          <p:cNvSpPr>
            <a:spLocks noGrp="1"/>
          </p:cNvSpPr>
          <p:nvPr>
            <p:ph type="title"/>
          </p:nvPr>
        </p:nvSpPr>
        <p:spPr>
          <a:xfrm>
            <a:off x="352170" y="725623"/>
            <a:ext cx="2520000" cy="2051633"/>
          </a:xfrm>
        </p:spPr>
        <p:txBody>
          <a:bodyPr/>
          <a:lstStyle/>
          <a:p>
            <a:r>
              <a:rPr lang="ru-RU" dirty="0"/>
              <a:t>Спасибо за внимание!</a:t>
            </a:r>
          </a:p>
        </p:txBody>
      </p:sp>
      <p:pic>
        <p:nvPicPr>
          <p:cNvPr id="9" name="Рисунок 8" descr="Изображение выглядит как млекопитающее, животное, внешний, овца&#10;&#10;Автоматически созданное описание">
            <a:extLst>
              <a:ext uri="{FF2B5EF4-FFF2-40B4-BE49-F238E27FC236}">
                <a16:creationId xmlns:a16="http://schemas.microsoft.com/office/drawing/2014/main" id="{C436F33C-1FD1-46B1-83A7-973D1C813F44}"/>
              </a:ext>
            </a:extLst>
          </p:cNvPr>
          <p:cNvPicPr>
            <a:picLocks noGrp="1" noChangeAspect="1"/>
          </p:cNvPicPr>
          <p:nvPr>
            <p:ph type="pic" sz="quarter" idx="16"/>
          </p:nvPr>
        </p:nvPicPr>
        <p:blipFill>
          <a:blip r:embed="rId2">
            <a:extLst>
              <a:ext uri="{28A0092B-C50C-407E-A947-70E740481C1C}">
                <a14:useLocalDpi xmlns:a14="http://schemas.microsoft.com/office/drawing/2010/main" val="0"/>
              </a:ext>
            </a:extLst>
          </a:blip>
          <a:srcRect l="3135" r="3135"/>
          <a:stretch>
            <a:fillRect/>
          </a:stretch>
        </p:blipFill>
        <p:spPr/>
      </p:pic>
      <p:sp>
        <p:nvSpPr>
          <p:cNvPr id="6" name="TextBox 5">
            <a:extLst>
              <a:ext uri="{FF2B5EF4-FFF2-40B4-BE49-F238E27FC236}">
                <a16:creationId xmlns:a16="http://schemas.microsoft.com/office/drawing/2014/main" id="{4B5A267C-484B-8B9F-483E-F7B83F8B74DB}"/>
              </a:ext>
            </a:extLst>
          </p:cNvPr>
          <p:cNvSpPr txBox="1"/>
          <p:nvPr/>
        </p:nvSpPr>
        <p:spPr>
          <a:xfrm>
            <a:off x="352170" y="4913700"/>
            <a:ext cx="6097088" cy="646331"/>
          </a:xfrm>
          <a:prstGeom prst="rect">
            <a:avLst/>
          </a:prstGeom>
          <a:noFill/>
        </p:spPr>
        <p:txBody>
          <a:bodyPr wrap="square">
            <a:spAutoFit/>
          </a:bodyPr>
          <a:lstStyle/>
          <a:p>
            <a:r>
              <a:rPr lang="en-US" dirty="0">
                <a:hlinkClick r:id="rId3"/>
              </a:rPr>
              <a:t>seleznevaaalice@gmail.com</a:t>
            </a:r>
            <a:endParaRPr lang="en-US" dirty="0"/>
          </a:p>
          <a:p>
            <a:r>
              <a:rPr lang="en-US" dirty="0" err="1"/>
              <a:t>tg</a:t>
            </a:r>
            <a:r>
              <a:rPr lang="en-US" dirty="0"/>
              <a:t>/</a:t>
            </a:r>
            <a:r>
              <a:rPr lang="en-US" dirty="0" err="1"/>
              <a:t>github</a:t>
            </a:r>
            <a:r>
              <a:rPr lang="en-US" dirty="0"/>
              <a:t>: @laufesdottir</a:t>
            </a:r>
            <a:endParaRPr lang="ru-RU" dirty="0"/>
          </a:p>
        </p:txBody>
      </p:sp>
    </p:spTree>
    <p:extLst>
      <p:ext uri="{BB962C8B-B14F-4D97-AF65-F5344CB8AC3E}">
        <p14:creationId xmlns:p14="http://schemas.microsoft.com/office/powerpoint/2010/main" val="1744773760"/>
      </p:ext>
    </p:extLst>
  </p:cSld>
  <p:clrMapOvr>
    <a:masterClrMapping/>
  </p:clrMapOvr>
</p:sld>
</file>

<file path=ppt/theme/theme1.xml><?xml version="1.0" encoding="utf-8"?>
<a:theme xmlns:a="http://schemas.openxmlformats.org/drawingml/2006/main" name="Основные слайды">
  <a:themeElements>
    <a:clrScheme name="Biocad Color">
      <a:dk1>
        <a:srgbClr val="000000"/>
      </a:dk1>
      <a:lt1>
        <a:srgbClr val="FFFFFF"/>
      </a:lt1>
      <a:dk2>
        <a:srgbClr val="1A1924"/>
      </a:dk2>
      <a:lt2>
        <a:srgbClr val="F1F6FC"/>
      </a:lt2>
      <a:accent1>
        <a:srgbClr val="0F2654"/>
      </a:accent1>
      <a:accent2>
        <a:srgbClr val="0066BA"/>
      </a:accent2>
      <a:accent3>
        <a:srgbClr val="29C278"/>
      </a:accent3>
      <a:accent4>
        <a:srgbClr val="8CEBC7"/>
      </a:accent4>
      <a:accent5>
        <a:srgbClr val="298285"/>
      </a:accent5>
      <a:accent6>
        <a:srgbClr val="FA6369"/>
      </a:accent6>
      <a:hlink>
        <a:srgbClr val="8F4573"/>
      </a:hlink>
      <a:folHlink>
        <a:srgbClr val="402985"/>
      </a:folHlink>
    </a:clrScheme>
    <a:fontScheme name="Другая 5">
      <a:majorFont>
        <a:latin typeface="Biocad Display"/>
        <a:ea typeface=""/>
        <a:cs typeface=""/>
      </a:majorFont>
      <a:minorFont>
        <a:latin typeface="Biocad Display"/>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итульные слайды">
  <a:themeElements>
    <a:clrScheme name="Biocad Color">
      <a:dk1>
        <a:srgbClr val="000000"/>
      </a:dk1>
      <a:lt1>
        <a:srgbClr val="FFFFFF"/>
      </a:lt1>
      <a:dk2>
        <a:srgbClr val="1A1924"/>
      </a:dk2>
      <a:lt2>
        <a:srgbClr val="F1F6FC"/>
      </a:lt2>
      <a:accent1>
        <a:srgbClr val="0F2654"/>
      </a:accent1>
      <a:accent2>
        <a:srgbClr val="0066BA"/>
      </a:accent2>
      <a:accent3>
        <a:srgbClr val="29C278"/>
      </a:accent3>
      <a:accent4>
        <a:srgbClr val="8CEBC7"/>
      </a:accent4>
      <a:accent5>
        <a:srgbClr val="298285"/>
      </a:accent5>
      <a:accent6>
        <a:srgbClr val="FA6369"/>
      </a:accent6>
      <a:hlink>
        <a:srgbClr val="8F4573"/>
      </a:hlink>
      <a:folHlink>
        <a:srgbClr val="402985"/>
      </a:folHlink>
    </a:clrScheme>
    <a:fontScheme name="Другая 5">
      <a:majorFont>
        <a:latin typeface="Biocad Display"/>
        <a:ea typeface=""/>
        <a:cs typeface=""/>
      </a:majorFont>
      <a:minorFont>
        <a:latin typeface="Biocad Display"/>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2457</TotalTime>
  <Words>1028</Words>
  <Application>Microsoft Office PowerPoint</Application>
  <PresentationFormat>Widescreen</PresentationFormat>
  <Paragraphs>120</Paragraphs>
  <Slides>20</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Arial</vt:lpstr>
      <vt:lpstr>Calibri</vt:lpstr>
      <vt:lpstr>Biocad Display</vt:lpstr>
      <vt:lpstr>Основные слайды</vt:lpstr>
      <vt:lpstr>Титульные слайды</vt:lpstr>
      <vt:lpstr>Основы статистического программирования. </vt:lpstr>
      <vt:lpstr>План на сегодня</vt:lpstr>
      <vt:lpstr>Вспомнить все</vt:lpstr>
      <vt:lpstr>Вспомнить все</vt:lpstr>
      <vt:lpstr>Вспомнить все</vt:lpstr>
      <vt:lpstr>Вспомнить все</vt:lpstr>
      <vt:lpstr>SDTM</vt:lpstr>
      <vt:lpstr>SDTM</vt:lpstr>
      <vt:lpstr>Познакомиться с ADaM</vt:lpstr>
      <vt:lpstr>Каким должен быть ADaM?</vt:lpstr>
      <vt:lpstr>Каким может быть ADaM?</vt:lpstr>
      <vt:lpstr>ADSL</vt:lpstr>
      <vt:lpstr>BDS</vt:lpstr>
      <vt:lpstr>BDS</vt:lpstr>
      <vt:lpstr>BDS</vt:lpstr>
      <vt:lpstr>Structure for Occurrence Data (OCCDS)</vt:lpstr>
      <vt:lpstr>Инструменты для работы</vt:lpstr>
      <vt:lpstr>Лайф-кодинг</vt:lpstr>
      <vt:lpstr>Домашнее задание</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Анна Ксенофонтова</dc:creator>
  <cp:lastModifiedBy>Alisa Selezneva</cp:lastModifiedBy>
  <cp:revision>144</cp:revision>
  <dcterms:created xsi:type="dcterms:W3CDTF">2020-04-14T11:27:30Z</dcterms:created>
  <dcterms:modified xsi:type="dcterms:W3CDTF">2025-10-13T09:01:45Z</dcterms:modified>
</cp:coreProperties>
</file>